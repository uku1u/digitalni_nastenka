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0" r:id="rId14"/>
    <p:sldId id="282" r:id="rId15"/>
    <p:sldId id="284" r:id="rId16"/>
    <p:sldId id="285" r:id="rId17"/>
    <p:sldId id="286" r:id="rId18"/>
    <p:sldId id="287" r:id="rId19"/>
    <p:sldId id="288" r:id="rId20"/>
    <p:sldId id="276" r:id="rId21"/>
    <p:sldId id="277" r:id="rId22"/>
    <p:sldId id="278" r:id="rId23"/>
    <p:sldId id="269" r:id="rId24"/>
    <p:sldId id="270" r:id="rId25"/>
    <p:sldId id="271" r:id="rId26"/>
    <p:sldId id="291" r:id="rId27"/>
    <p:sldId id="272" r:id="rId28"/>
    <p:sldId id="275" r:id="rId29"/>
    <p:sldId id="273" r:id="rId3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Patrik" userId="9478ee2f2265b6ac" providerId="LiveId" clId="{C995ED6C-596B-4802-B5E5-B3949EDE19CC}"/>
    <pc:docChg chg="undo custSel addSld delSld modSld sldOrd">
      <pc:chgData name="Patrik Patrik" userId="9478ee2f2265b6ac" providerId="LiveId" clId="{C995ED6C-596B-4802-B5E5-B3949EDE19CC}" dt="2026-08-01T14:43:43.571" v="9668" actId="20577"/>
      <pc:docMkLst>
        <pc:docMk/>
      </pc:docMkLst>
      <pc:sldChg chg="modSp mod">
        <pc:chgData name="Patrik Patrik" userId="9478ee2f2265b6ac" providerId="LiveId" clId="{C995ED6C-596B-4802-B5E5-B3949EDE19CC}" dt="2026-07-21T11:42:18.806" v="9416" actId="20577"/>
        <pc:sldMkLst>
          <pc:docMk/>
          <pc:sldMk cId="637237163" sldId="258"/>
        </pc:sldMkLst>
        <pc:spChg chg="mod">
          <ac:chgData name="Patrik Patrik" userId="9478ee2f2265b6ac" providerId="LiveId" clId="{C995ED6C-596B-4802-B5E5-B3949EDE19CC}" dt="2026-07-21T11:42:18.806" v="9416" actId="20577"/>
          <ac:spMkLst>
            <pc:docMk/>
            <pc:sldMk cId="637237163" sldId="258"/>
            <ac:spMk id="3" creationId="{79910B87-0935-28E3-281F-9AA90312A33C}"/>
          </ac:spMkLst>
        </pc:spChg>
      </pc:sldChg>
      <pc:sldChg chg="modSp mod">
        <pc:chgData name="Patrik Patrik" userId="9478ee2f2265b6ac" providerId="LiveId" clId="{C995ED6C-596B-4802-B5E5-B3949EDE19CC}" dt="2026-07-21T10:32:30.557" v="8990" actId="20577"/>
        <pc:sldMkLst>
          <pc:docMk/>
          <pc:sldMk cId="896776015" sldId="259"/>
        </pc:sldMkLst>
        <pc:spChg chg="mod">
          <ac:chgData name="Patrik Patrik" userId="9478ee2f2265b6ac" providerId="LiveId" clId="{C995ED6C-596B-4802-B5E5-B3949EDE19CC}" dt="2026-07-21T10:32:30.557" v="8990" actId="20577"/>
          <ac:spMkLst>
            <pc:docMk/>
            <pc:sldMk cId="896776015" sldId="259"/>
            <ac:spMk id="3" creationId="{19BE7226-586F-6A07-3AE5-808239F29787}"/>
          </ac:spMkLst>
        </pc:spChg>
      </pc:sldChg>
      <pc:sldChg chg="modSp mod">
        <pc:chgData name="Patrik Patrik" userId="9478ee2f2265b6ac" providerId="LiveId" clId="{C995ED6C-596B-4802-B5E5-B3949EDE19CC}" dt="2026-08-01T14:43:43.571" v="9668" actId="20577"/>
        <pc:sldMkLst>
          <pc:docMk/>
          <pc:sldMk cId="3996977091" sldId="260"/>
        </pc:sldMkLst>
        <pc:spChg chg="mod">
          <ac:chgData name="Patrik Patrik" userId="9478ee2f2265b6ac" providerId="LiveId" clId="{C995ED6C-596B-4802-B5E5-B3949EDE19CC}" dt="2026-08-01T14:43:43.571" v="9668" actId="20577"/>
          <ac:spMkLst>
            <pc:docMk/>
            <pc:sldMk cId="3996977091" sldId="260"/>
            <ac:spMk id="3" creationId="{589DE510-7604-CE4E-1082-C4B01B90A041}"/>
          </ac:spMkLst>
        </pc:spChg>
      </pc:sldChg>
      <pc:sldChg chg="modSp mod">
        <pc:chgData name="Patrik Patrik" userId="9478ee2f2265b6ac" providerId="LiveId" clId="{C995ED6C-596B-4802-B5E5-B3949EDE19CC}" dt="2026-07-14T13:38:37.374" v="1402" actId="20577"/>
        <pc:sldMkLst>
          <pc:docMk/>
          <pc:sldMk cId="489895081" sldId="262"/>
        </pc:sldMkLst>
        <pc:spChg chg="mod">
          <ac:chgData name="Patrik Patrik" userId="9478ee2f2265b6ac" providerId="LiveId" clId="{C995ED6C-596B-4802-B5E5-B3949EDE19CC}" dt="2026-07-14T13:38:37.374" v="1402" actId="20577"/>
          <ac:spMkLst>
            <pc:docMk/>
            <pc:sldMk cId="489895081" sldId="262"/>
            <ac:spMk id="3" creationId="{087CA456-12DF-C74C-0260-A0C55E694FFD}"/>
          </ac:spMkLst>
        </pc:spChg>
      </pc:sldChg>
      <pc:sldChg chg="modSp mod">
        <pc:chgData name="Patrik Patrik" userId="9478ee2f2265b6ac" providerId="LiveId" clId="{C995ED6C-596B-4802-B5E5-B3949EDE19CC}" dt="2026-07-14T13:56:10.517" v="1689" actId="20577"/>
        <pc:sldMkLst>
          <pc:docMk/>
          <pc:sldMk cId="670420763" sldId="263"/>
        </pc:sldMkLst>
        <pc:spChg chg="mod">
          <ac:chgData name="Patrik Patrik" userId="9478ee2f2265b6ac" providerId="LiveId" clId="{C995ED6C-596B-4802-B5E5-B3949EDE19CC}" dt="2026-07-14T13:56:10.517" v="1689" actId="20577"/>
          <ac:spMkLst>
            <pc:docMk/>
            <pc:sldMk cId="670420763" sldId="263"/>
            <ac:spMk id="3" creationId="{4FAF8CBD-FAAF-8C51-797C-C2BB17863074}"/>
          </ac:spMkLst>
        </pc:spChg>
      </pc:sldChg>
      <pc:sldChg chg="modSp mod">
        <pc:chgData name="Patrik Patrik" userId="9478ee2f2265b6ac" providerId="LiveId" clId="{C995ED6C-596B-4802-B5E5-B3949EDE19CC}" dt="2026-07-14T14:51:25.913" v="2117" actId="20577"/>
        <pc:sldMkLst>
          <pc:docMk/>
          <pc:sldMk cId="872713715" sldId="264"/>
        </pc:sldMkLst>
        <pc:spChg chg="mod">
          <ac:chgData name="Patrik Patrik" userId="9478ee2f2265b6ac" providerId="LiveId" clId="{C995ED6C-596B-4802-B5E5-B3949EDE19CC}" dt="2026-07-14T14:51:25.913" v="2117" actId="20577"/>
          <ac:spMkLst>
            <pc:docMk/>
            <pc:sldMk cId="872713715" sldId="264"/>
            <ac:spMk id="3" creationId="{1004F560-4E7F-3207-6EAD-7AF8021A9EC0}"/>
          </ac:spMkLst>
        </pc:spChg>
      </pc:sldChg>
      <pc:sldChg chg="modSp new mod">
        <pc:chgData name="Patrik Patrik" userId="9478ee2f2265b6ac" providerId="LiveId" clId="{C995ED6C-596B-4802-B5E5-B3949EDE19CC}" dt="2026-07-18T12:17:17.147" v="3984" actId="20577"/>
        <pc:sldMkLst>
          <pc:docMk/>
          <pc:sldMk cId="2309497834" sldId="265"/>
        </pc:sldMkLst>
        <pc:spChg chg="mod">
          <ac:chgData name="Patrik Patrik" userId="9478ee2f2265b6ac" providerId="LiveId" clId="{C995ED6C-596B-4802-B5E5-B3949EDE19CC}" dt="2026-07-14T20:38:42.438" v="2807" actId="20577"/>
          <ac:spMkLst>
            <pc:docMk/>
            <pc:sldMk cId="2309497834" sldId="265"/>
            <ac:spMk id="2" creationId="{BB94093B-EAB3-D919-6119-F8711E10C5D1}"/>
          </ac:spMkLst>
        </pc:spChg>
        <pc:spChg chg="mod">
          <ac:chgData name="Patrik Patrik" userId="9478ee2f2265b6ac" providerId="LiveId" clId="{C995ED6C-596B-4802-B5E5-B3949EDE19CC}" dt="2026-07-18T12:17:17.147" v="3984" actId="20577"/>
          <ac:spMkLst>
            <pc:docMk/>
            <pc:sldMk cId="2309497834" sldId="265"/>
            <ac:spMk id="3" creationId="{4BC4001D-5FDB-129A-3001-6FD802D5E216}"/>
          </ac:spMkLst>
        </pc:spChg>
      </pc:sldChg>
      <pc:sldChg chg="modSp new mod">
        <pc:chgData name="Patrik Patrik" userId="9478ee2f2265b6ac" providerId="LiveId" clId="{C995ED6C-596B-4802-B5E5-B3949EDE19CC}" dt="2026-07-18T12:17:12.098" v="3983" actId="20577"/>
        <pc:sldMkLst>
          <pc:docMk/>
          <pc:sldMk cId="3139241806" sldId="266"/>
        </pc:sldMkLst>
        <pc:spChg chg="mod">
          <ac:chgData name="Patrik Patrik" userId="9478ee2f2265b6ac" providerId="LiveId" clId="{C995ED6C-596B-4802-B5E5-B3949EDE19CC}" dt="2026-07-18T12:17:12.098" v="3983" actId="20577"/>
          <ac:spMkLst>
            <pc:docMk/>
            <pc:sldMk cId="3139241806" sldId="266"/>
            <ac:spMk id="3" creationId="{D62DA099-88FB-DC0D-C269-191A817B6EC1}"/>
          </ac:spMkLst>
        </pc:spChg>
      </pc:sldChg>
      <pc:sldChg chg="modSp new mod">
        <pc:chgData name="Patrik Patrik" userId="9478ee2f2265b6ac" providerId="LiveId" clId="{C995ED6C-596B-4802-B5E5-B3949EDE19CC}" dt="2026-07-19T09:41:34.226" v="5977" actId="20577"/>
        <pc:sldMkLst>
          <pc:docMk/>
          <pc:sldMk cId="2818485417" sldId="267"/>
        </pc:sldMkLst>
        <pc:spChg chg="mod">
          <ac:chgData name="Patrik Patrik" userId="9478ee2f2265b6ac" providerId="LiveId" clId="{C995ED6C-596B-4802-B5E5-B3949EDE19CC}" dt="2026-07-14T20:39:53.302" v="2833" actId="20577"/>
          <ac:spMkLst>
            <pc:docMk/>
            <pc:sldMk cId="2818485417" sldId="267"/>
            <ac:spMk id="2" creationId="{7822267A-4454-2DE0-9EED-39E11D7579B6}"/>
          </ac:spMkLst>
        </pc:spChg>
        <pc:spChg chg="mod">
          <ac:chgData name="Patrik Patrik" userId="9478ee2f2265b6ac" providerId="LiveId" clId="{C995ED6C-596B-4802-B5E5-B3949EDE19CC}" dt="2026-07-19T09:41:34.226" v="5977" actId="20577"/>
          <ac:spMkLst>
            <pc:docMk/>
            <pc:sldMk cId="2818485417" sldId="267"/>
            <ac:spMk id="3" creationId="{CC70847E-5EDB-A6BD-DF9C-013B08F3FAE2}"/>
          </ac:spMkLst>
        </pc:spChg>
      </pc:sldChg>
      <pc:sldChg chg="modSp new mod">
        <pc:chgData name="Patrik Patrik" userId="9478ee2f2265b6ac" providerId="LiveId" clId="{C995ED6C-596B-4802-B5E5-B3949EDE19CC}" dt="2026-07-21T12:03:49.727" v="9666" actId="20577"/>
        <pc:sldMkLst>
          <pc:docMk/>
          <pc:sldMk cId="95052733" sldId="269"/>
        </pc:sldMkLst>
        <pc:spChg chg="mod">
          <ac:chgData name="Patrik Patrik" userId="9478ee2f2265b6ac" providerId="LiveId" clId="{C995ED6C-596B-4802-B5E5-B3949EDE19CC}" dt="2026-07-15T21:30:41.299" v="2846" actId="5793"/>
          <ac:spMkLst>
            <pc:docMk/>
            <pc:sldMk cId="95052733" sldId="269"/>
            <ac:spMk id="2" creationId="{2D98360C-2D45-D0FE-36D5-E367B8454F90}"/>
          </ac:spMkLst>
        </pc:spChg>
        <pc:spChg chg="mod">
          <ac:chgData name="Patrik Patrik" userId="9478ee2f2265b6ac" providerId="LiveId" clId="{C995ED6C-596B-4802-B5E5-B3949EDE19CC}" dt="2026-07-21T12:03:49.727" v="9666" actId="20577"/>
          <ac:spMkLst>
            <pc:docMk/>
            <pc:sldMk cId="95052733" sldId="269"/>
            <ac:spMk id="3" creationId="{17054215-F3D4-7458-D72A-94CD32193E40}"/>
          </ac:spMkLst>
        </pc:spChg>
      </pc:sldChg>
      <pc:sldChg chg="addSp modSp new mod">
        <pc:chgData name="Patrik Patrik" userId="9478ee2f2265b6ac" providerId="LiveId" clId="{C995ED6C-596B-4802-B5E5-B3949EDE19CC}" dt="2026-07-17T09:35:14.709" v="3196" actId="20577"/>
        <pc:sldMkLst>
          <pc:docMk/>
          <pc:sldMk cId="3046444395" sldId="270"/>
        </pc:sldMkLst>
        <pc:spChg chg="mod">
          <ac:chgData name="Patrik Patrik" userId="9478ee2f2265b6ac" providerId="LiveId" clId="{C995ED6C-596B-4802-B5E5-B3949EDE19CC}" dt="2026-07-17T09:35:14.709" v="3196" actId="20577"/>
          <ac:spMkLst>
            <pc:docMk/>
            <pc:sldMk cId="3046444395" sldId="270"/>
            <ac:spMk id="2" creationId="{8596B35C-A076-D193-BA8F-3882A45E5A4C}"/>
          </ac:spMkLst>
        </pc:spChg>
        <pc:picChg chg="add mod">
          <ac:chgData name="Patrik Patrik" userId="9478ee2f2265b6ac" providerId="LiveId" clId="{C995ED6C-596B-4802-B5E5-B3949EDE19CC}" dt="2026-07-17T09:35:00.442" v="3156" actId="1076"/>
          <ac:picMkLst>
            <pc:docMk/>
            <pc:sldMk cId="3046444395" sldId="270"/>
            <ac:picMk id="4" creationId="{1B29E7C1-EB07-74E5-7BB0-6F6B12A7AC43}"/>
          </ac:picMkLst>
        </pc:picChg>
      </pc:sldChg>
      <pc:sldChg chg="addSp modSp add mod">
        <pc:chgData name="Patrik Patrik" userId="9478ee2f2265b6ac" providerId="LiveId" clId="{C995ED6C-596B-4802-B5E5-B3949EDE19CC}" dt="2026-07-17T09:34:52.128" v="3154" actId="20577"/>
        <pc:sldMkLst>
          <pc:docMk/>
          <pc:sldMk cId="2060868065" sldId="271"/>
        </pc:sldMkLst>
        <pc:spChg chg="mod">
          <ac:chgData name="Patrik Patrik" userId="9478ee2f2265b6ac" providerId="LiveId" clId="{C995ED6C-596B-4802-B5E5-B3949EDE19CC}" dt="2026-07-17T09:34:52.128" v="3154" actId="20577"/>
          <ac:spMkLst>
            <pc:docMk/>
            <pc:sldMk cId="2060868065" sldId="271"/>
            <ac:spMk id="2" creationId="{79333577-5D67-4D63-1632-EC455A3D396A}"/>
          </ac:spMkLst>
        </pc:spChg>
        <pc:picChg chg="add mod">
          <ac:chgData name="Patrik Patrik" userId="9478ee2f2265b6ac" providerId="LiveId" clId="{C995ED6C-596B-4802-B5E5-B3949EDE19CC}" dt="2026-07-17T09:34:38.451" v="3121" actId="1076"/>
          <ac:picMkLst>
            <pc:docMk/>
            <pc:sldMk cId="2060868065" sldId="271"/>
            <ac:picMk id="4" creationId="{9FC79834-52D4-E3E5-487B-4F3F1F73BB93}"/>
          </ac:picMkLst>
        </pc:picChg>
      </pc:sldChg>
      <pc:sldChg chg="addSp modSp add mod">
        <pc:chgData name="Patrik Patrik" userId="9478ee2f2265b6ac" providerId="LiveId" clId="{C995ED6C-596B-4802-B5E5-B3949EDE19CC}" dt="2026-07-17T09:34:29.424" v="3119" actId="20577"/>
        <pc:sldMkLst>
          <pc:docMk/>
          <pc:sldMk cId="2555947742" sldId="272"/>
        </pc:sldMkLst>
        <pc:spChg chg="mod">
          <ac:chgData name="Patrik Patrik" userId="9478ee2f2265b6ac" providerId="LiveId" clId="{C995ED6C-596B-4802-B5E5-B3949EDE19CC}" dt="2026-07-17T09:34:29.424" v="3119" actId="20577"/>
          <ac:spMkLst>
            <pc:docMk/>
            <pc:sldMk cId="2555947742" sldId="272"/>
            <ac:spMk id="2" creationId="{BC08FEF6-9E49-44B1-FC27-420513B8FD71}"/>
          </ac:spMkLst>
        </pc:spChg>
        <pc:picChg chg="add mod">
          <ac:chgData name="Patrik Patrik" userId="9478ee2f2265b6ac" providerId="LiveId" clId="{C995ED6C-596B-4802-B5E5-B3949EDE19CC}" dt="2026-07-16T21:18:12.977" v="3060" actId="1076"/>
          <ac:picMkLst>
            <pc:docMk/>
            <pc:sldMk cId="2555947742" sldId="272"/>
            <ac:picMk id="4" creationId="{B6F11C0E-63A5-78F0-7498-6343794DC3EF}"/>
          </ac:picMkLst>
        </pc:picChg>
      </pc:sldChg>
      <pc:sldChg chg="addSp delSp modSp add mod">
        <pc:chgData name="Patrik Patrik" userId="9478ee2f2265b6ac" providerId="LiveId" clId="{C995ED6C-596B-4802-B5E5-B3949EDE19CC}" dt="2026-07-17T14:35:24.589" v="3413" actId="1076"/>
        <pc:sldMkLst>
          <pc:docMk/>
          <pc:sldMk cId="2807255859" sldId="273"/>
        </pc:sldMkLst>
        <pc:spChg chg="mod">
          <ac:chgData name="Patrik Patrik" userId="9478ee2f2265b6ac" providerId="LiveId" clId="{C995ED6C-596B-4802-B5E5-B3949EDE19CC}" dt="2026-07-17T09:35:37.076" v="3213" actId="20577"/>
          <ac:spMkLst>
            <pc:docMk/>
            <pc:sldMk cId="2807255859" sldId="273"/>
            <ac:spMk id="2" creationId="{149C46F1-AEBA-48D6-A48D-BEF37B2B5E24}"/>
          </ac:spMkLst>
        </pc:spChg>
        <pc:picChg chg="add mod">
          <ac:chgData name="Patrik Patrik" userId="9478ee2f2265b6ac" providerId="LiveId" clId="{C995ED6C-596B-4802-B5E5-B3949EDE19CC}" dt="2026-07-17T14:35:24.589" v="3413" actId="1076"/>
          <ac:picMkLst>
            <pc:docMk/>
            <pc:sldMk cId="2807255859" sldId="273"/>
            <ac:picMk id="7" creationId="{D8CE0485-A07D-0321-6277-AA6FCFF62EAA}"/>
          </ac:picMkLst>
        </pc:picChg>
      </pc:sldChg>
      <pc:sldChg chg="addSp modSp add mod">
        <pc:chgData name="Patrik Patrik" userId="9478ee2f2265b6ac" providerId="LiveId" clId="{C995ED6C-596B-4802-B5E5-B3949EDE19CC}" dt="2026-07-17T09:34:06.423" v="3091" actId="20577"/>
        <pc:sldMkLst>
          <pc:docMk/>
          <pc:sldMk cId="221821283" sldId="275"/>
        </pc:sldMkLst>
        <pc:spChg chg="mod">
          <ac:chgData name="Patrik Patrik" userId="9478ee2f2265b6ac" providerId="LiveId" clId="{C995ED6C-596B-4802-B5E5-B3949EDE19CC}" dt="2026-07-17T09:34:06.423" v="3091" actId="20577"/>
          <ac:spMkLst>
            <pc:docMk/>
            <pc:sldMk cId="221821283" sldId="275"/>
            <ac:spMk id="2" creationId="{5500AB43-3ADD-6E21-0954-E5D978B4C87B}"/>
          </ac:spMkLst>
        </pc:spChg>
        <pc:picChg chg="add mod">
          <ac:chgData name="Patrik Patrik" userId="9478ee2f2265b6ac" providerId="LiveId" clId="{C995ED6C-596B-4802-B5E5-B3949EDE19CC}" dt="2026-07-17T09:33:57.809" v="3075" actId="1076"/>
          <ac:picMkLst>
            <pc:docMk/>
            <pc:sldMk cId="221821283" sldId="275"/>
            <ac:picMk id="4" creationId="{53944D37-D8C6-0A7A-5E4F-BF0933A7ACD7}"/>
          </ac:picMkLst>
        </pc:picChg>
      </pc:sldChg>
      <pc:sldChg chg="modSp new mod">
        <pc:chgData name="Patrik Patrik" userId="9478ee2f2265b6ac" providerId="LiveId" clId="{C995ED6C-596B-4802-B5E5-B3949EDE19CC}" dt="2026-07-18T12:22:17.412" v="4388" actId="20577"/>
        <pc:sldMkLst>
          <pc:docMk/>
          <pc:sldMk cId="3688280595" sldId="276"/>
        </pc:sldMkLst>
        <pc:spChg chg="mod">
          <ac:chgData name="Patrik Patrik" userId="9478ee2f2265b6ac" providerId="LiveId" clId="{C995ED6C-596B-4802-B5E5-B3949EDE19CC}" dt="2026-07-18T12:19:29.334" v="4017" actId="20577"/>
          <ac:spMkLst>
            <pc:docMk/>
            <pc:sldMk cId="3688280595" sldId="276"/>
            <ac:spMk id="2" creationId="{8651A2E4-3C0B-B4D8-6E12-05CADEBB405E}"/>
          </ac:spMkLst>
        </pc:spChg>
        <pc:spChg chg="mod">
          <ac:chgData name="Patrik Patrik" userId="9478ee2f2265b6ac" providerId="LiveId" clId="{C995ED6C-596B-4802-B5E5-B3949EDE19CC}" dt="2026-07-18T12:22:17.412" v="4388" actId="20577"/>
          <ac:spMkLst>
            <pc:docMk/>
            <pc:sldMk cId="3688280595" sldId="276"/>
            <ac:spMk id="3" creationId="{BE540ACC-2895-45F8-0363-A03B087BAAB1}"/>
          </ac:spMkLst>
        </pc:spChg>
      </pc:sldChg>
      <pc:sldChg chg="modSp new mod">
        <pc:chgData name="Patrik Patrik" userId="9478ee2f2265b6ac" providerId="LiveId" clId="{C995ED6C-596B-4802-B5E5-B3949EDE19CC}" dt="2026-07-18T12:26:32.001" v="4869" actId="20577"/>
        <pc:sldMkLst>
          <pc:docMk/>
          <pc:sldMk cId="580204353" sldId="277"/>
        </pc:sldMkLst>
        <pc:spChg chg="mod">
          <ac:chgData name="Patrik Patrik" userId="9478ee2f2265b6ac" providerId="LiveId" clId="{C995ED6C-596B-4802-B5E5-B3949EDE19CC}" dt="2026-07-18T12:26:32.001" v="4869" actId="20577"/>
          <ac:spMkLst>
            <pc:docMk/>
            <pc:sldMk cId="580204353" sldId="277"/>
            <ac:spMk id="3" creationId="{92DBD807-E03A-1AF2-4CF5-4A06EC5B3753}"/>
          </ac:spMkLst>
        </pc:spChg>
      </pc:sldChg>
      <pc:sldChg chg="modSp new mod">
        <pc:chgData name="Patrik Patrik" userId="9478ee2f2265b6ac" providerId="LiveId" clId="{C995ED6C-596B-4802-B5E5-B3949EDE19CC}" dt="2026-07-18T12:43:27.493" v="5474" actId="20577"/>
        <pc:sldMkLst>
          <pc:docMk/>
          <pc:sldMk cId="821880236" sldId="278"/>
        </pc:sldMkLst>
        <pc:spChg chg="mod">
          <ac:chgData name="Patrik Patrik" userId="9478ee2f2265b6ac" providerId="LiveId" clId="{C995ED6C-596B-4802-B5E5-B3949EDE19CC}" dt="2026-07-18T12:39:36.565" v="4914" actId="20577"/>
          <ac:spMkLst>
            <pc:docMk/>
            <pc:sldMk cId="821880236" sldId="278"/>
            <ac:spMk id="2" creationId="{43A87AB5-5385-200E-5496-7DBA1E5EFB15}"/>
          </ac:spMkLst>
        </pc:spChg>
        <pc:spChg chg="mod">
          <ac:chgData name="Patrik Patrik" userId="9478ee2f2265b6ac" providerId="LiveId" clId="{C995ED6C-596B-4802-B5E5-B3949EDE19CC}" dt="2026-07-18T12:41:20.844" v="5190" actId="20577"/>
          <ac:spMkLst>
            <pc:docMk/>
            <pc:sldMk cId="821880236" sldId="278"/>
            <ac:spMk id="3" creationId="{65C4E470-DEBB-5D0A-70A8-A75C994258BE}"/>
          </ac:spMkLst>
        </pc:spChg>
        <pc:spChg chg="mod">
          <ac:chgData name="Patrik Patrik" userId="9478ee2f2265b6ac" providerId="LiveId" clId="{C995ED6C-596B-4802-B5E5-B3949EDE19CC}" dt="2026-07-18T12:43:27.493" v="5474" actId="20577"/>
          <ac:spMkLst>
            <pc:docMk/>
            <pc:sldMk cId="821880236" sldId="278"/>
            <ac:spMk id="4" creationId="{96D18568-A50F-CE90-F72A-8A9C75618C24}"/>
          </ac:spMkLst>
        </pc:spChg>
      </pc:sldChg>
      <pc:sldChg chg="modSp new mod">
        <pc:chgData name="Patrik Patrik" userId="9478ee2f2265b6ac" providerId="LiveId" clId="{C995ED6C-596B-4802-B5E5-B3949EDE19CC}" dt="2026-07-21T11:39:04.272" v="9236" actId="20577"/>
        <pc:sldMkLst>
          <pc:docMk/>
          <pc:sldMk cId="1937956131" sldId="282"/>
        </pc:sldMkLst>
        <pc:spChg chg="mod">
          <ac:chgData name="Patrik Patrik" userId="9478ee2f2265b6ac" providerId="LiveId" clId="{C995ED6C-596B-4802-B5E5-B3949EDE19CC}" dt="2026-07-21T11:39:04.272" v="9236" actId="20577"/>
          <ac:spMkLst>
            <pc:docMk/>
            <pc:sldMk cId="1937956131" sldId="282"/>
            <ac:spMk id="2" creationId="{A104F215-C99C-D0A8-5D4F-F7B604955B4C}"/>
          </ac:spMkLst>
        </pc:spChg>
        <pc:spChg chg="mod">
          <ac:chgData name="Patrik Patrik" userId="9478ee2f2265b6ac" providerId="LiveId" clId="{C995ED6C-596B-4802-B5E5-B3949EDE19CC}" dt="2026-07-19T21:23:15.929" v="7048" actId="20577"/>
          <ac:spMkLst>
            <pc:docMk/>
            <pc:sldMk cId="1937956131" sldId="282"/>
            <ac:spMk id="3" creationId="{5E7AB7E7-1C0E-38C7-792B-B01732FBC56B}"/>
          </ac:spMkLst>
        </pc:spChg>
        <pc:spChg chg="mod">
          <ac:chgData name="Patrik Patrik" userId="9478ee2f2265b6ac" providerId="LiveId" clId="{C995ED6C-596B-4802-B5E5-B3949EDE19CC}" dt="2026-07-19T21:24:49.841" v="7203" actId="20577"/>
          <ac:spMkLst>
            <pc:docMk/>
            <pc:sldMk cId="1937956131" sldId="282"/>
            <ac:spMk id="4" creationId="{F4D769E0-AD3B-5D1E-DEAB-EEB1868A2A56}"/>
          </ac:spMkLst>
        </pc:spChg>
      </pc:sldChg>
      <pc:sldChg chg="modSp new mod">
        <pc:chgData name="Patrik Patrik" userId="9478ee2f2265b6ac" providerId="LiveId" clId="{C995ED6C-596B-4802-B5E5-B3949EDE19CC}" dt="2026-07-21T11:39:09.227" v="9243" actId="20577"/>
        <pc:sldMkLst>
          <pc:docMk/>
          <pc:sldMk cId="973320875" sldId="284"/>
        </pc:sldMkLst>
        <pc:spChg chg="mod">
          <ac:chgData name="Patrik Patrik" userId="9478ee2f2265b6ac" providerId="LiveId" clId="{C995ED6C-596B-4802-B5E5-B3949EDE19CC}" dt="2026-07-21T11:39:09.227" v="9243" actId="20577"/>
          <ac:spMkLst>
            <pc:docMk/>
            <pc:sldMk cId="973320875" sldId="284"/>
            <ac:spMk id="2" creationId="{E22823B4-93E9-404B-CF2F-5FB7C8F1FF24}"/>
          </ac:spMkLst>
        </pc:spChg>
        <pc:spChg chg="mod">
          <ac:chgData name="Patrik Patrik" userId="9478ee2f2265b6ac" providerId="LiveId" clId="{C995ED6C-596B-4802-B5E5-B3949EDE19CC}" dt="2026-07-19T21:30:21.987" v="7388" actId="20577"/>
          <ac:spMkLst>
            <pc:docMk/>
            <pc:sldMk cId="973320875" sldId="284"/>
            <ac:spMk id="3" creationId="{D0FB8BF1-5796-B704-9147-413E12E47CD4}"/>
          </ac:spMkLst>
        </pc:spChg>
        <pc:spChg chg="mod">
          <ac:chgData name="Patrik Patrik" userId="9478ee2f2265b6ac" providerId="LiveId" clId="{C995ED6C-596B-4802-B5E5-B3949EDE19CC}" dt="2026-07-19T21:35:48.005" v="7702" actId="20577"/>
          <ac:spMkLst>
            <pc:docMk/>
            <pc:sldMk cId="973320875" sldId="284"/>
            <ac:spMk id="4" creationId="{596D9562-6AD0-6CE1-9ECC-10B37DC40F22}"/>
          </ac:spMkLst>
        </pc:spChg>
      </pc:sldChg>
      <pc:sldChg chg="modSp new mod">
        <pc:chgData name="Patrik Patrik" userId="9478ee2f2265b6ac" providerId="LiveId" clId="{C995ED6C-596B-4802-B5E5-B3949EDE19CC}" dt="2026-07-21T11:39:14.726" v="9250" actId="20577"/>
        <pc:sldMkLst>
          <pc:docMk/>
          <pc:sldMk cId="2541407048" sldId="285"/>
        </pc:sldMkLst>
        <pc:spChg chg="mod">
          <ac:chgData name="Patrik Patrik" userId="9478ee2f2265b6ac" providerId="LiveId" clId="{C995ED6C-596B-4802-B5E5-B3949EDE19CC}" dt="2026-07-21T11:39:14.726" v="9250" actId="20577"/>
          <ac:spMkLst>
            <pc:docMk/>
            <pc:sldMk cId="2541407048" sldId="285"/>
            <ac:spMk id="2" creationId="{06721B04-2C55-98DF-19BF-12FEA6A0E8B3}"/>
          </ac:spMkLst>
        </pc:spChg>
        <pc:spChg chg="mod">
          <ac:chgData name="Patrik Patrik" userId="9478ee2f2265b6ac" providerId="LiveId" clId="{C995ED6C-596B-4802-B5E5-B3949EDE19CC}" dt="2026-07-19T21:38:17.416" v="7884" actId="20577"/>
          <ac:spMkLst>
            <pc:docMk/>
            <pc:sldMk cId="2541407048" sldId="285"/>
            <ac:spMk id="3" creationId="{5BA2BC82-8D61-CA2C-4816-CCF8D5C01C51}"/>
          </ac:spMkLst>
        </pc:spChg>
        <pc:spChg chg="mod">
          <ac:chgData name="Patrik Patrik" userId="9478ee2f2265b6ac" providerId="LiveId" clId="{C995ED6C-596B-4802-B5E5-B3949EDE19CC}" dt="2026-07-19T21:39:19.009" v="8019" actId="20577"/>
          <ac:spMkLst>
            <pc:docMk/>
            <pc:sldMk cId="2541407048" sldId="285"/>
            <ac:spMk id="4" creationId="{81353C68-C0C7-21BC-1CE1-37E92102E0C1}"/>
          </ac:spMkLst>
        </pc:spChg>
      </pc:sldChg>
      <pc:sldChg chg="modSp new mod">
        <pc:chgData name="Patrik Patrik" userId="9478ee2f2265b6ac" providerId="LiveId" clId="{C995ED6C-596B-4802-B5E5-B3949EDE19CC}" dt="2026-07-21T11:39:19.349" v="9257" actId="20577"/>
        <pc:sldMkLst>
          <pc:docMk/>
          <pc:sldMk cId="2247971326" sldId="286"/>
        </pc:sldMkLst>
        <pc:spChg chg="mod">
          <ac:chgData name="Patrik Patrik" userId="9478ee2f2265b6ac" providerId="LiveId" clId="{C995ED6C-596B-4802-B5E5-B3949EDE19CC}" dt="2026-07-21T11:39:19.349" v="9257" actId="20577"/>
          <ac:spMkLst>
            <pc:docMk/>
            <pc:sldMk cId="2247971326" sldId="286"/>
            <ac:spMk id="2" creationId="{CFA51F4E-A465-62F8-FB5A-5A296E362B63}"/>
          </ac:spMkLst>
        </pc:spChg>
        <pc:spChg chg="mod">
          <ac:chgData name="Patrik Patrik" userId="9478ee2f2265b6ac" providerId="LiveId" clId="{C995ED6C-596B-4802-B5E5-B3949EDE19CC}" dt="2026-07-19T21:21:52.645" v="6924" actId="27636"/>
          <ac:spMkLst>
            <pc:docMk/>
            <pc:sldMk cId="2247971326" sldId="286"/>
            <ac:spMk id="3" creationId="{E19A65F3-E7B1-9BC7-E33B-3653EDA3F552}"/>
          </ac:spMkLst>
        </pc:spChg>
        <pc:spChg chg="mod">
          <ac:chgData name="Patrik Patrik" userId="9478ee2f2265b6ac" providerId="LiveId" clId="{C995ED6C-596B-4802-B5E5-B3949EDE19CC}" dt="2026-07-19T21:21:52.841" v="6926" actId="20577"/>
          <ac:spMkLst>
            <pc:docMk/>
            <pc:sldMk cId="2247971326" sldId="286"/>
            <ac:spMk id="4" creationId="{20213B18-C744-3580-8284-C3595C9B4398}"/>
          </ac:spMkLst>
        </pc:spChg>
      </pc:sldChg>
      <pc:sldChg chg="modSp new mod">
        <pc:chgData name="Patrik Patrik" userId="9478ee2f2265b6ac" providerId="LiveId" clId="{C995ED6C-596B-4802-B5E5-B3949EDE19CC}" dt="2026-07-21T11:39:25.008" v="9269" actId="20577"/>
        <pc:sldMkLst>
          <pc:docMk/>
          <pc:sldMk cId="1251283425" sldId="287"/>
        </pc:sldMkLst>
        <pc:spChg chg="mod">
          <ac:chgData name="Patrik Patrik" userId="9478ee2f2265b6ac" providerId="LiveId" clId="{C995ED6C-596B-4802-B5E5-B3949EDE19CC}" dt="2026-07-21T11:39:25.008" v="9269" actId="20577"/>
          <ac:spMkLst>
            <pc:docMk/>
            <pc:sldMk cId="1251283425" sldId="287"/>
            <ac:spMk id="2" creationId="{AE8AFB5F-E234-BE9B-BAD4-6000B6A6DA3D}"/>
          </ac:spMkLst>
        </pc:spChg>
        <pc:spChg chg="mod">
          <ac:chgData name="Patrik Patrik" userId="9478ee2f2265b6ac" providerId="LiveId" clId="{C995ED6C-596B-4802-B5E5-B3949EDE19CC}" dt="2026-07-19T21:44:13.915" v="8494" actId="20577"/>
          <ac:spMkLst>
            <pc:docMk/>
            <pc:sldMk cId="1251283425" sldId="287"/>
            <ac:spMk id="3" creationId="{EA6994A5-5C8C-F27F-4658-C1BACBE5C717}"/>
          </ac:spMkLst>
        </pc:spChg>
        <pc:spChg chg="mod">
          <ac:chgData name="Patrik Patrik" userId="9478ee2f2265b6ac" providerId="LiveId" clId="{C995ED6C-596B-4802-B5E5-B3949EDE19CC}" dt="2026-07-19T21:45:12.890" v="8666" actId="20577"/>
          <ac:spMkLst>
            <pc:docMk/>
            <pc:sldMk cId="1251283425" sldId="287"/>
            <ac:spMk id="4" creationId="{234E7178-EEC7-1D4C-D45B-35B2C6F2A476}"/>
          </ac:spMkLst>
        </pc:spChg>
      </pc:sldChg>
      <pc:sldChg chg="modSp new mod">
        <pc:chgData name="Patrik Patrik" userId="9478ee2f2265b6ac" providerId="LiveId" clId="{C995ED6C-596B-4802-B5E5-B3949EDE19CC}" dt="2026-07-21T11:39:30.426" v="9276" actId="20577"/>
        <pc:sldMkLst>
          <pc:docMk/>
          <pc:sldMk cId="4212903871" sldId="288"/>
        </pc:sldMkLst>
        <pc:spChg chg="mod">
          <ac:chgData name="Patrik Patrik" userId="9478ee2f2265b6ac" providerId="LiveId" clId="{C995ED6C-596B-4802-B5E5-B3949EDE19CC}" dt="2026-07-21T11:39:30.426" v="9276" actId="20577"/>
          <ac:spMkLst>
            <pc:docMk/>
            <pc:sldMk cId="4212903871" sldId="288"/>
            <ac:spMk id="2" creationId="{0AC1F0B5-0734-2D89-4869-CA099FA2A289}"/>
          </ac:spMkLst>
        </pc:spChg>
        <pc:spChg chg="mod">
          <ac:chgData name="Patrik Patrik" userId="9478ee2f2265b6ac" providerId="LiveId" clId="{C995ED6C-596B-4802-B5E5-B3949EDE19CC}" dt="2026-07-19T21:46:38.364" v="8822" actId="20577"/>
          <ac:spMkLst>
            <pc:docMk/>
            <pc:sldMk cId="4212903871" sldId="288"/>
            <ac:spMk id="3" creationId="{B6FA4C21-B1FD-7C22-1F04-40A84C69F8F6}"/>
          </ac:spMkLst>
        </pc:spChg>
        <pc:spChg chg="mod">
          <ac:chgData name="Patrik Patrik" userId="9478ee2f2265b6ac" providerId="LiveId" clId="{C995ED6C-596B-4802-B5E5-B3949EDE19CC}" dt="2026-07-19T21:47:36.756" v="8972" actId="20577"/>
          <ac:spMkLst>
            <pc:docMk/>
            <pc:sldMk cId="4212903871" sldId="288"/>
            <ac:spMk id="4" creationId="{9CADF687-77FA-E17D-B920-1D34FF5DF4A8}"/>
          </ac:spMkLst>
        </pc:spChg>
      </pc:sldChg>
      <pc:sldChg chg="modSp new mod ord">
        <pc:chgData name="Patrik Patrik" userId="9478ee2f2265b6ac" providerId="LiveId" clId="{C995ED6C-596B-4802-B5E5-B3949EDE19CC}" dt="2026-07-21T11:38:59.017" v="9228" actId="20577"/>
        <pc:sldMkLst>
          <pc:docMk/>
          <pc:sldMk cId="1089718384" sldId="290"/>
        </pc:sldMkLst>
        <pc:spChg chg="mod">
          <ac:chgData name="Patrik Patrik" userId="9478ee2f2265b6ac" providerId="LiveId" clId="{C995ED6C-596B-4802-B5E5-B3949EDE19CC}" dt="2026-07-21T11:38:59.017" v="9228" actId="20577"/>
          <ac:spMkLst>
            <pc:docMk/>
            <pc:sldMk cId="1089718384" sldId="290"/>
            <ac:spMk id="2" creationId="{CDDF8B89-C58F-CEA5-5587-86439D1FCC37}"/>
          </ac:spMkLst>
        </pc:spChg>
        <pc:spChg chg="mod">
          <ac:chgData name="Patrik Patrik" userId="9478ee2f2265b6ac" providerId="LiveId" clId="{C995ED6C-596B-4802-B5E5-B3949EDE19CC}" dt="2026-07-19T21:41:28.800" v="8176" actId="20577"/>
          <ac:spMkLst>
            <pc:docMk/>
            <pc:sldMk cId="1089718384" sldId="290"/>
            <ac:spMk id="3" creationId="{62A32713-765E-2A96-A905-B21976A3733B}"/>
          </ac:spMkLst>
        </pc:spChg>
        <pc:spChg chg="mod">
          <ac:chgData name="Patrik Patrik" userId="9478ee2f2265b6ac" providerId="LiveId" clId="{C995ED6C-596B-4802-B5E5-B3949EDE19CC}" dt="2026-07-19T21:42:41.040" v="8330" actId="20577"/>
          <ac:spMkLst>
            <pc:docMk/>
            <pc:sldMk cId="1089718384" sldId="290"/>
            <ac:spMk id="4" creationId="{7C1701D9-1508-55C6-6352-4C51E154EE6D}"/>
          </ac:spMkLst>
        </pc:spChg>
      </pc:sldChg>
      <pc:sldChg chg="addSp modSp new mod">
        <pc:chgData name="Patrik Patrik" userId="9478ee2f2265b6ac" providerId="LiveId" clId="{C995ED6C-596B-4802-B5E5-B3949EDE19CC}" dt="2026-07-21T12:03:30.130" v="9619" actId="20577"/>
        <pc:sldMkLst>
          <pc:docMk/>
          <pc:sldMk cId="2232839477" sldId="291"/>
        </pc:sldMkLst>
        <pc:spChg chg="mod">
          <ac:chgData name="Patrik Patrik" userId="9478ee2f2265b6ac" providerId="LiveId" clId="{C995ED6C-596B-4802-B5E5-B3949EDE19CC}" dt="2026-07-21T12:03:30.130" v="9619" actId="20577"/>
          <ac:spMkLst>
            <pc:docMk/>
            <pc:sldMk cId="2232839477" sldId="291"/>
            <ac:spMk id="2" creationId="{C41AE260-0E95-C7F7-E519-94F1497D7FFC}"/>
          </ac:spMkLst>
        </pc:spChg>
        <pc:picChg chg="add mod">
          <ac:chgData name="Patrik Patrik" userId="9478ee2f2265b6ac" providerId="LiveId" clId="{C995ED6C-596B-4802-B5E5-B3949EDE19CC}" dt="2026-07-21T12:03:13.453" v="9573" actId="1076"/>
          <ac:picMkLst>
            <pc:docMk/>
            <pc:sldMk cId="2232839477" sldId="291"/>
            <ac:picMk id="4" creationId="{3E2CC8F5-1BED-1C52-A9A0-E022E1AD79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4D2C11-0C00-4E7E-AF76-FF61001780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A47032C-479B-2A2E-FEAE-A4D9E544F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92388DA-7F4A-BB81-7A91-A14E1FA4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55C9B0C-1F90-48C1-9135-6F54570A2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0E74DF0-0E9D-FD10-BA5E-9204BEA66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52765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FB31F8-1099-1D20-3813-50D3B3DE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2AEAA3-3FD1-24E4-ED8C-CA4940477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8B75631-C673-FBFE-20FB-8B5D42B2D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A659C26-3D24-B35E-8AE5-D6C5E88BC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28E8BF5-FD66-C133-1EB7-E429013A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9247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D8CBB2-5510-1A67-0917-04AC01FF7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2E9FDEF-37EC-A5F2-4FA0-B614B02B5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42CAF31-E5DC-6F06-22A7-A1C9257F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6C681B4-EA7C-4DB0-0DCE-70952145A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159046E-E019-3A12-1363-628882B86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00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AA8118-916C-9612-79FC-7B842A84D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E20E09-7CB7-36BE-1E05-0A30CD03FC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0F6E566-1528-0691-56F2-065CB0A7B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8857097-E3E1-BD29-8D1D-E1ED3351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D43086FA-97D6-3361-CF09-5007CC5A8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5070F5D-7E6B-B6CF-953D-B9162A71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043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A377BE-4B8D-7D76-06B7-2610C190F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257C157-8787-E2B5-B702-80FBB7794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97D961B-6070-2CB9-7961-70E4C2791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FF5ECC99-CBB1-77F5-A0C7-D62969E45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457C49A-FD07-0748-E7C7-E6E91FA3B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216F305-7C4A-4418-12B2-64ECA4537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38F2190-8C6C-EB53-43CC-1C59944F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FB476631-497E-87C4-D196-BB7A2E2A6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876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EC0A65-5BEC-5E95-C89E-5716C3795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745A506B-9F96-40DA-FA10-6D331093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0E4AF22-28E1-A2D8-6ECE-4D62D7F1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C724F91-6C40-A65F-585B-29A0BA06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31939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E57D65B-887B-DD7A-AD93-AB5574EF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E8035D6-CC03-AFA2-CCF9-0C3E7F43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708CB01-DA4E-734C-4A9B-E0592D79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3804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F13F7D-BC46-4E0B-F91F-D0A54E1D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73D62A-7448-86F1-EFBD-56AFA1BAB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D32D4DD-7360-F085-B63E-25CE81A06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94F2FAE-4A44-AC1C-635F-34B259442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87817C9-8B96-A228-2C12-154CC6C6B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89F3819-F12B-FE75-EC5F-68862D5B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4079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A44C42-FA6B-7E0C-FEE1-DBB6C1AA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98377B7F-7A2E-1044-851F-CE564B2EE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4BF6F7E-6478-B14F-52D2-B95DA659E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2134A3A-E478-3972-F99F-012C55FCC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FDAF0D7-E64D-2955-E5CE-E9CACA45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A56F21-6785-1205-9B3E-DA338FF3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24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8D3987-8807-32A4-E2B8-304F4D4C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82EB16F-11B7-6103-1252-4D8B3124D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B6B695E-AD94-8CEC-358D-4CECB381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1F2A4B6-2F16-9333-8BED-1DE011D7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DF84886-0496-12C1-A5A7-BA7E21DE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3514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1EEF3B4-F537-757A-A748-401C412FF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F926FBF-E859-9621-CCE5-CC266B16E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52A041D-577B-6266-7F30-02BD9E3F5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A218D26-EE68-0B20-FCF8-AE193069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C427FE-2542-41ED-1698-871D1974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32311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1BB78E8-A26E-B1EF-17E2-7AA769CFA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43B4E0F-3B9E-D7FA-4C9B-355AD1DDC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E04EFE1-E857-DDD0-9642-67FEB8D238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2642B-8A2B-4B13-801E-692BAA78BAA9}" type="datetimeFigureOut">
              <a:rPr lang="cs-CZ" smtClean="0"/>
              <a:t>01.08.2026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5133FFE-9495-CECE-749D-CC2CEBE217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921E43E-89EF-2C6B-2490-9A21B6C6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86D38-492D-4780-90AC-083E290C9B5F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1956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E7B12E-119E-3697-3236-7EF7F8625E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UI specifikace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696B63B-71A3-A34E-45AF-8C4468115E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255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DC235E-D379-E427-CE68-AD976D732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Motivace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A176A8-647B-BFEB-62D2-DC7E36A67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Cílem tohoto projektu je „zmodernizovat“ fyzické nástěnky vytvořením webové aplikace</a:t>
            </a:r>
          </a:p>
        </p:txBody>
      </p:sp>
    </p:spTree>
    <p:extLst>
      <p:ext uri="{BB962C8B-B14F-4D97-AF65-F5344CB8AC3E}">
        <p14:creationId xmlns:p14="http://schemas.microsoft.com/office/powerpoint/2010/main" val="2648414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267875-08B3-6A12-03E8-B82859DA7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Product</a:t>
            </a:r>
            <a:r>
              <a:rPr lang="cs-CZ" dirty="0"/>
              <a:t> </a:t>
            </a:r>
            <a:r>
              <a:rPr lang="cs-CZ" dirty="0" err="1"/>
              <a:t>statement</a:t>
            </a:r>
            <a:r>
              <a:rPr lang="cs-CZ" dirty="0"/>
              <a:t>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9910B87-0935-28E3-281F-9AA90312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Digitální nástěnka slouží pro uživatele, kteří chtějí rychle a jednoduše prodat/nakoupit staré věci jako jsou například učebnice, skripta, atd. a to vše z pohodlí domova </a:t>
            </a:r>
          </a:p>
        </p:txBody>
      </p:sp>
    </p:spTree>
    <p:extLst>
      <p:ext uri="{BB962C8B-B14F-4D97-AF65-F5344CB8AC3E}">
        <p14:creationId xmlns:p14="http://schemas.microsoft.com/office/powerpoint/2010/main" val="637237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1E4B2B-120D-056B-EA75-8D97764CE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Business požadavky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BE7226-586F-6A07-3AE5-808239F29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Funkční požadavky: </a:t>
            </a:r>
          </a:p>
          <a:p>
            <a:pPr lvl="1"/>
            <a:r>
              <a:rPr lang="cs-CZ" dirty="0"/>
              <a:t>Jednoduchý, minimalistický vzhled</a:t>
            </a:r>
          </a:p>
          <a:p>
            <a:pPr lvl="1"/>
            <a:r>
              <a:rPr lang="cs-CZ" dirty="0"/>
              <a:t>Snadné na použití bez větších problémů</a:t>
            </a:r>
          </a:p>
          <a:p>
            <a:r>
              <a:rPr lang="cs-CZ" dirty="0"/>
              <a:t>Nefunkční požadavky: </a:t>
            </a:r>
          </a:p>
          <a:p>
            <a:pPr lvl="1"/>
            <a:r>
              <a:rPr lang="cs-CZ" dirty="0"/>
              <a:t>Rychlá odezva</a:t>
            </a:r>
          </a:p>
          <a:p>
            <a:pPr lvl="1"/>
            <a:r>
              <a:rPr lang="cs-CZ" dirty="0"/>
              <a:t>Dostupnost 7 dní v týdnu, 24 hodin denně (po většinu roku)</a:t>
            </a:r>
          </a:p>
          <a:p>
            <a:pPr lvl="1"/>
            <a:r>
              <a:rPr lang="cs-CZ" dirty="0"/>
              <a:t>Minimální kognitivní zátěž pro uživatele</a:t>
            </a:r>
          </a:p>
        </p:txBody>
      </p:sp>
    </p:spTree>
    <p:extLst>
      <p:ext uri="{BB962C8B-B14F-4D97-AF65-F5344CB8AC3E}">
        <p14:creationId xmlns:p14="http://schemas.microsoft.com/office/powerpoint/2010/main" val="89677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2212AE-C1AE-E454-FECB-3A30DD6A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Limitace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89DE510-7604-CE4E-1082-C4B01B90A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Aplikace nebude obsahovat možnost zvolení si instituce do které uživatel patří </a:t>
            </a:r>
          </a:p>
          <a:p>
            <a:r>
              <a:rPr lang="cs-CZ" dirty="0"/>
              <a:t>V profilu uživatele bude pouze možnost změnit osobní údaje (e-mail, heslo, jméno), přehled vytvořených inzerátů a možnost odhlášení</a:t>
            </a:r>
          </a:p>
          <a:p>
            <a:r>
              <a:rPr lang="cs-CZ" dirty="0"/>
              <a:t>Aplikace nebude obsahovat možnost změny jazyka</a:t>
            </a:r>
          </a:p>
          <a:p>
            <a:r>
              <a:rPr lang="cs-CZ" dirty="0"/>
              <a:t>Komunikace s autorem bude řešena pouze prostřednictvím komentářů pod inzeráty (nebude se </a:t>
            </a:r>
            <a:r>
              <a:rPr lang="cs-CZ"/>
              <a:t>jednat o chat </a:t>
            </a:r>
            <a:r>
              <a:rPr lang="cs-CZ" dirty="0"/>
              <a:t>v reálném čase)</a:t>
            </a:r>
          </a:p>
        </p:txBody>
      </p:sp>
    </p:spTree>
    <p:extLst>
      <p:ext uri="{BB962C8B-B14F-4D97-AF65-F5344CB8AC3E}">
        <p14:creationId xmlns:p14="http://schemas.microsoft.com/office/powerpoint/2010/main" val="3996977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CC7C14-9546-0612-165E-A5665D813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Persony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37D231-2DFB-1E91-7F38-69924A64B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 tomto projektu budeme definovat celkem 3 typy osob:</a:t>
            </a:r>
          </a:p>
          <a:p>
            <a:pPr lvl="1"/>
            <a:r>
              <a:rPr lang="cs-CZ" dirty="0"/>
              <a:t>Martin Vágner (A)</a:t>
            </a:r>
          </a:p>
          <a:p>
            <a:pPr lvl="1"/>
            <a:r>
              <a:rPr lang="cs-CZ" dirty="0"/>
              <a:t>Petra Konečná (B)</a:t>
            </a:r>
          </a:p>
          <a:p>
            <a:pPr lvl="1"/>
            <a:r>
              <a:rPr lang="cs-CZ" dirty="0"/>
              <a:t>Josef Vomáčka (C)</a:t>
            </a:r>
          </a:p>
        </p:txBody>
      </p:sp>
    </p:spTree>
    <p:extLst>
      <p:ext uri="{BB962C8B-B14F-4D97-AF65-F5344CB8AC3E}">
        <p14:creationId xmlns:p14="http://schemas.microsoft.com/office/powerpoint/2010/main" val="3276168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D4E7ED-EF06-4B82-B707-2004B5982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Persona 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7CA456-12DF-C74C-0260-A0C55E694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cs-CZ" dirty="0"/>
              <a:t>Jméno: Martin Vágner</a:t>
            </a:r>
          </a:p>
          <a:p>
            <a:r>
              <a:rPr lang="cs-CZ" dirty="0"/>
              <a:t>Věk: 20</a:t>
            </a:r>
          </a:p>
          <a:p>
            <a:r>
              <a:rPr lang="cs-CZ" dirty="0"/>
              <a:t>Pohlaví: muž</a:t>
            </a:r>
          </a:p>
          <a:p>
            <a:r>
              <a:rPr lang="cs-CZ" dirty="0"/>
              <a:t>Koníčky: programování, automatizace, moderní technologie, hraní her</a:t>
            </a:r>
          </a:p>
          <a:p>
            <a:r>
              <a:rPr lang="cs-CZ" dirty="0"/>
              <a:t>Typický den: Martin žije v digitálním světě. Je zvyklý na aplikace jako jsou </a:t>
            </a:r>
            <a:r>
              <a:rPr lang="cs-CZ" dirty="0" err="1"/>
              <a:t>Slack</a:t>
            </a:r>
            <a:r>
              <a:rPr lang="cs-CZ" dirty="0"/>
              <a:t>, </a:t>
            </a:r>
            <a:r>
              <a:rPr lang="cs-CZ" dirty="0" err="1"/>
              <a:t>Discord</a:t>
            </a:r>
            <a:r>
              <a:rPr lang="cs-CZ" dirty="0"/>
              <a:t> nebo </a:t>
            </a:r>
            <a:r>
              <a:rPr lang="cs-CZ" dirty="0" err="1"/>
              <a:t>Trello</a:t>
            </a:r>
            <a:r>
              <a:rPr lang="cs-CZ" dirty="0"/>
              <a:t>. Nesnáší papírování, protože má pocit, že se informace ztrácejí a nejsou znovu snadno dohledatelné. Věří, že cokoli není v cloudu, neexistuje.</a:t>
            </a:r>
          </a:p>
          <a:p>
            <a:r>
              <a:rPr lang="cs-CZ" dirty="0"/>
              <a:t>Stručná historie: Martin je studentem vysoké školy. Každé ráno si kontroluje své notifikace. Digitální nástěnka je jedna z těch prvních věcí, co si otevře, aby věděl, co nového se děje (ať už se jedná o změnu v rozvrhu, nebo nějakou akci). Večer si </a:t>
            </a:r>
            <a:r>
              <a:rPr lang="cs-CZ" dirty="0" err="1"/>
              <a:t>přenastavuje</a:t>
            </a:r>
            <a:r>
              <a:rPr lang="cs-CZ" dirty="0"/>
              <a:t> notifikace, aby ho aplikace a neobtěžovali, když zrovna nepracuje/nestuduje.</a:t>
            </a:r>
          </a:p>
        </p:txBody>
      </p:sp>
    </p:spTree>
    <p:extLst>
      <p:ext uri="{BB962C8B-B14F-4D97-AF65-F5344CB8AC3E}">
        <p14:creationId xmlns:p14="http://schemas.microsoft.com/office/powerpoint/2010/main" val="489895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8C5815-64B7-9D08-5851-6B321DD6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Persona B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AF8CBD-FAAF-8C51-797C-C2BB17863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Jméno: Petra Konečná</a:t>
            </a:r>
          </a:p>
          <a:p>
            <a:r>
              <a:rPr lang="cs-CZ" dirty="0"/>
              <a:t>Věk: 42</a:t>
            </a:r>
          </a:p>
          <a:p>
            <a:r>
              <a:rPr lang="cs-CZ" dirty="0"/>
              <a:t>Pohlaví: žena </a:t>
            </a:r>
          </a:p>
          <a:p>
            <a:r>
              <a:rPr lang="cs-CZ" dirty="0"/>
              <a:t>Koníčky: zahradničení, plánování různých akcí, čtení knih</a:t>
            </a:r>
          </a:p>
          <a:p>
            <a:r>
              <a:rPr lang="cs-CZ" dirty="0"/>
              <a:t>Typický den: Petra je zvyklá na efektivitu, ale není technologický nadšenec. Pamatuje si dobu fyzických nástěnek (papírů s razítkem), což jí přišlo chaotické, ale na druhou stranu měly "osobní" charakter. Digitální nástěnku používá, protože musí, ale oceňuje, že nemusí nic tisknout.</a:t>
            </a:r>
          </a:p>
          <a:p>
            <a:r>
              <a:rPr lang="cs-CZ" dirty="0"/>
              <a:t>Stručná historie: Petra přijde ráno do práce a zapne si PC a zkontroluje si notifikace v mailu. Digitální nástěnku zapne pouze, pokud v mailu vidí notifikaci, nebo pokud chce předat informace zbytku firmy. </a:t>
            </a:r>
          </a:p>
        </p:txBody>
      </p:sp>
    </p:spTree>
    <p:extLst>
      <p:ext uri="{BB962C8B-B14F-4D97-AF65-F5344CB8AC3E}">
        <p14:creationId xmlns:p14="http://schemas.microsoft.com/office/powerpoint/2010/main" val="67042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4DC65D-ECF4-F12F-A5EB-38BB79C03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Persona C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04F560-4E7F-3207-6EAD-7AF8021A9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cs-CZ" dirty="0"/>
              <a:t>Jméno: Josef Vomáčka</a:t>
            </a:r>
          </a:p>
          <a:p>
            <a:r>
              <a:rPr lang="cs-CZ" dirty="0"/>
              <a:t>Věk: 82</a:t>
            </a:r>
          </a:p>
          <a:p>
            <a:r>
              <a:rPr lang="cs-CZ" dirty="0"/>
              <a:t>Pohlaví: muž</a:t>
            </a:r>
          </a:p>
          <a:p>
            <a:r>
              <a:rPr lang="cs-CZ" dirty="0"/>
              <a:t>Koníčky: kutilství, sběratelství, sledování televize, čtení knih a novin</a:t>
            </a:r>
          </a:p>
          <a:p>
            <a:r>
              <a:rPr lang="cs-CZ" dirty="0"/>
              <a:t>Typický den: Josef je člověk, který se digitálnímu světu vyhýbá záměrně. Problém není v tom, že by byl technicky neschopný, ale v tom, že digitální formu komunikace vnímá jako neosobní a nespolehlivou. Od nástěnek očekává, že informace budou statické, neměnné a okamžitě čitelné bez jakékoliv interakce. Fyzické nástěnky má rád převážně kvůli tomu, že vyvolávají fyzický kontakt mez lidmi, který není možné uskutečnit v digitálním světě.</a:t>
            </a:r>
          </a:p>
          <a:p>
            <a:r>
              <a:rPr lang="cs-CZ" dirty="0"/>
              <a:t>Stručná historie: Josef ráno vstane, nasnídá se a jde se projít do přírody. Během své procházky se zastaví v obchodu se sběratelským zbožím, aby se podíval, jestli nemají něco nového, co by se mu hodilo do kolekce. Odpoledne se věnuje vlastní zálibě a to kutilství. Večer se podívá na zprávy a před spánkem si čte knihu.</a:t>
            </a:r>
          </a:p>
        </p:txBody>
      </p:sp>
    </p:spTree>
    <p:extLst>
      <p:ext uri="{BB962C8B-B14F-4D97-AF65-F5344CB8AC3E}">
        <p14:creationId xmlns:p14="http://schemas.microsoft.com/office/powerpoint/2010/main" val="872713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B94093B-EAB3-D919-6119-F8711E10C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Uživatelské cíle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C4001D-5FDB-129A-3001-6FD802D5E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Prohlížení obsahu</a:t>
            </a:r>
          </a:p>
          <a:p>
            <a:pPr lvl="1"/>
            <a:r>
              <a:rPr lang="cs-CZ" dirty="0"/>
              <a:t>Zobrazení aktuálních inzerátů na hlavní stránce</a:t>
            </a:r>
          </a:p>
          <a:p>
            <a:pPr lvl="1"/>
            <a:r>
              <a:rPr lang="cs-CZ" dirty="0"/>
              <a:t>Vyhledání konkrétního inzerátu</a:t>
            </a:r>
          </a:p>
          <a:p>
            <a:pPr lvl="1"/>
            <a:r>
              <a:rPr lang="cs-CZ" dirty="0"/>
              <a:t>Filtrování inzerátů</a:t>
            </a:r>
          </a:p>
          <a:p>
            <a:r>
              <a:rPr lang="cs-CZ" dirty="0"/>
              <a:t>Správa uživatelského účtu</a:t>
            </a:r>
          </a:p>
          <a:p>
            <a:pPr lvl="1"/>
            <a:r>
              <a:rPr lang="cs-CZ" dirty="0"/>
              <a:t>Přihlášení se ke svému účtu</a:t>
            </a:r>
          </a:p>
          <a:p>
            <a:pPr lvl="1"/>
            <a:r>
              <a:rPr lang="cs-CZ" dirty="0"/>
              <a:t>Registrace nového uživatele</a:t>
            </a:r>
          </a:p>
        </p:txBody>
      </p:sp>
    </p:spTree>
    <p:extLst>
      <p:ext uri="{BB962C8B-B14F-4D97-AF65-F5344CB8AC3E}">
        <p14:creationId xmlns:p14="http://schemas.microsoft.com/office/powerpoint/2010/main" val="2309497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6248593-0128-A236-0A39-A70640AD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2DA099-88FB-DC0D-C269-191A817B6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Interakce s inzeráty</a:t>
            </a:r>
          </a:p>
          <a:p>
            <a:pPr lvl="1"/>
            <a:r>
              <a:rPr lang="cs-CZ" dirty="0"/>
              <a:t>Zobrazení detailu inzerátu</a:t>
            </a:r>
          </a:p>
          <a:p>
            <a:pPr lvl="1"/>
            <a:r>
              <a:rPr lang="cs-CZ" dirty="0"/>
              <a:t>Možnost přidat komentáře pro přímou interakci s autorem</a:t>
            </a:r>
          </a:p>
          <a:p>
            <a:r>
              <a:rPr lang="cs-CZ" dirty="0"/>
              <a:t>Zveřejnění inzerátu</a:t>
            </a:r>
          </a:p>
          <a:p>
            <a:pPr lvl="1"/>
            <a:r>
              <a:rPr lang="cs-CZ" dirty="0"/>
              <a:t>Vytvoření a zveřejnění nového inzerátu</a:t>
            </a:r>
          </a:p>
          <a:p>
            <a:pPr lvl="1"/>
            <a:r>
              <a:rPr lang="cs-CZ" dirty="0"/>
              <a:t>Výběr kategorie pro nový inzerát z poskytnuté nabídky</a:t>
            </a:r>
          </a:p>
          <a:p>
            <a:pPr lvl="1"/>
            <a:r>
              <a:rPr lang="cs-CZ" dirty="0"/>
              <a:t>Přidání textového popisu inzerátu a volitelného obrázku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39241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22267A-4454-2DE0-9EED-39E11D757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Use casy a scénáře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70847E-5EDB-A6BD-DF9C-013B08F3F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0143"/>
          </a:xfrm>
        </p:spPr>
        <p:txBody>
          <a:bodyPr>
            <a:normAutofit lnSpcReduction="10000"/>
          </a:bodyPr>
          <a:lstStyle/>
          <a:p>
            <a:r>
              <a:rPr lang="cs-CZ" dirty="0"/>
              <a:t>Zobrazení seznamu inzerátů</a:t>
            </a:r>
          </a:p>
          <a:p>
            <a:r>
              <a:rPr lang="cs-CZ" dirty="0"/>
              <a:t>Vyhledání konkrétního inzerátu pomocí vyhledávacího pole</a:t>
            </a:r>
          </a:p>
          <a:p>
            <a:r>
              <a:rPr lang="cs-CZ" dirty="0"/>
              <a:t>Filtrování inzerátů</a:t>
            </a:r>
          </a:p>
          <a:p>
            <a:r>
              <a:rPr lang="cs-CZ" dirty="0"/>
              <a:t>Zobrazení detailu inzerátu</a:t>
            </a:r>
          </a:p>
          <a:p>
            <a:r>
              <a:rPr lang="cs-CZ" dirty="0"/>
              <a:t>Registrace nového uživatele</a:t>
            </a:r>
          </a:p>
          <a:p>
            <a:r>
              <a:rPr lang="cs-CZ" dirty="0"/>
              <a:t>Přihlášení se k účtu</a:t>
            </a:r>
          </a:p>
          <a:p>
            <a:r>
              <a:rPr lang="cs-CZ" dirty="0"/>
              <a:t>Zveřejnění inzerátu</a:t>
            </a:r>
          </a:p>
          <a:p>
            <a:r>
              <a:rPr lang="cs-CZ" dirty="0"/>
              <a:t>Správa účtu</a:t>
            </a:r>
          </a:p>
          <a:p>
            <a:r>
              <a:rPr lang="cs-CZ" dirty="0"/>
              <a:t>Komunikace s autorem inzerátu </a:t>
            </a:r>
          </a:p>
          <a:p>
            <a:r>
              <a:rPr lang="cs-CZ" dirty="0"/>
              <a:t>Přepínání mezi světlým a tmavým režimem</a:t>
            </a:r>
          </a:p>
        </p:txBody>
      </p:sp>
    </p:spTree>
    <p:extLst>
      <p:ext uri="{BB962C8B-B14F-4D97-AF65-F5344CB8AC3E}">
        <p14:creationId xmlns:p14="http://schemas.microsoft.com/office/powerpoint/2010/main" val="2818485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DF8B89-C58F-CEA5-5587-86439D1F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Vyhledání inzerátu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A32713-765E-2A96-A905-B21976A373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/>
              <a:t>UseCase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Uživatel očekává:</a:t>
            </a:r>
          </a:p>
          <a:p>
            <a:pPr>
              <a:buFontTx/>
              <a:buChar char="-"/>
            </a:pPr>
            <a:r>
              <a:rPr lang="cs-CZ" dirty="0"/>
              <a:t>Rychlé vyhledání konkrétního inzerátu</a:t>
            </a:r>
          </a:p>
          <a:p>
            <a:pPr>
              <a:buFontTx/>
              <a:buChar char="-"/>
            </a:pPr>
            <a:r>
              <a:rPr lang="cs-CZ" dirty="0"/>
              <a:t>Našeptávání při psaní</a:t>
            </a:r>
          </a:p>
          <a:p>
            <a:pPr>
              <a:buFontTx/>
              <a:buChar char="-"/>
            </a:pPr>
            <a:r>
              <a:rPr lang="cs-CZ" dirty="0"/>
              <a:t>Zobrazení požadovaných výsledků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C1701D9-1508-55C6-6352-4C51E154EE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Scénář</a:t>
            </a:r>
          </a:p>
          <a:p>
            <a:pPr marL="0" indent="0">
              <a:buNone/>
            </a:pPr>
            <a:r>
              <a:rPr lang="cs-CZ" dirty="0"/>
              <a:t>Systém zobrazí:</a:t>
            </a:r>
          </a:p>
          <a:p>
            <a:pPr>
              <a:buFontTx/>
              <a:buChar char="-"/>
            </a:pPr>
            <a:r>
              <a:rPr lang="cs-CZ" dirty="0"/>
              <a:t>Vyhledávací pole v horní části stránky</a:t>
            </a:r>
          </a:p>
          <a:p>
            <a:pPr>
              <a:buFontTx/>
              <a:buChar char="-"/>
            </a:pPr>
            <a:r>
              <a:rPr lang="cs-CZ" dirty="0"/>
              <a:t>Během psaní do vyhledávače napovídání</a:t>
            </a:r>
          </a:p>
          <a:p>
            <a:pPr>
              <a:buFontTx/>
              <a:buChar char="-"/>
            </a:pPr>
            <a:r>
              <a:rPr lang="cs-CZ" dirty="0"/>
              <a:t>Aktualizovaný seznam inzerátů</a:t>
            </a:r>
          </a:p>
        </p:txBody>
      </p:sp>
    </p:spTree>
    <p:extLst>
      <p:ext uri="{BB962C8B-B14F-4D97-AF65-F5344CB8AC3E}">
        <p14:creationId xmlns:p14="http://schemas.microsoft.com/office/powerpoint/2010/main" val="1089718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04F215-C99C-D0A8-5D4F-F7B60495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Filtrování inzerátu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E7AB7E7-1C0E-38C7-792B-B01732FBC5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/>
              <a:t>UseCase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Uživatel očekává:</a:t>
            </a:r>
          </a:p>
          <a:p>
            <a:pPr>
              <a:buFontTx/>
              <a:buChar char="-"/>
            </a:pPr>
            <a:r>
              <a:rPr lang="cs-CZ" dirty="0"/>
              <a:t>Seznam kategorií pro výběr</a:t>
            </a:r>
          </a:p>
          <a:p>
            <a:pPr>
              <a:buFontTx/>
              <a:buChar char="-"/>
            </a:pPr>
            <a:r>
              <a:rPr lang="cs-CZ" dirty="0"/>
              <a:t>Okamžitou změnu výsledku</a:t>
            </a:r>
          </a:p>
          <a:p>
            <a:pPr>
              <a:buFontTx/>
              <a:buChar char="-"/>
            </a:pPr>
            <a:r>
              <a:rPr lang="cs-CZ" dirty="0"/>
              <a:t>Indikaci zvoleného filtru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4D769E0-AD3B-5D1E-DEAB-EEB1868A2A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Scénář</a:t>
            </a:r>
          </a:p>
          <a:p>
            <a:pPr marL="0" indent="0">
              <a:buNone/>
            </a:pPr>
            <a:r>
              <a:rPr lang="cs-CZ" dirty="0"/>
              <a:t>Systém zobrazí:</a:t>
            </a:r>
          </a:p>
          <a:p>
            <a:pPr>
              <a:buFontTx/>
              <a:buChar char="-"/>
            </a:pPr>
            <a:r>
              <a:rPr lang="cs-CZ" dirty="0"/>
              <a:t>Checkboxy v bloku „Filtry“</a:t>
            </a:r>
          </a:p>
          <a:p>
            <a:pPr>
              <a:buFontTx/>
              <a:buChar char="-"/>
            </a:pPr>
            <a:r>
              <a:rPr lang="cs-CZ" dirty="0"/>
              <a:t>Aktualizované inzeráty po výběru filtru</a:t>
            </a:r>
          </a:p>
          <a:p>
            <a:pPr>
              <a:buFontTx/>
              <a:buChar char="-"/>
            </a:pPr>
            <a:r>
              <a:rPr lang="cs-CZ" dirty="0"/>
              <a:t>Označení aktivního filtru</a:t>
            </a:r>
          </a:p>
          <a:p>
            <a:pPr>
              <a:buFontTx/>
              <a:buChar char="-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937956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2823B4-93E9-404B-CF2F-5FB7C8F1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Registrace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FB8BF1-5796-B704-9147-413E12E47C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/>
              <a:t>UseCase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Uživatel očekává:</a:t>
            </a:r>
          </a:p>
          <a:p>
            <a:pPr>
              <a:buFontTx/>
              <a:buChar char="-"/>
            </a:pPr>
            <a:r>
              <a:rPr lang="cs-CZ" dirty="0"/>
              <a:t>Možnost vytvořit si účet</a:t>
            </a:r>
          </a:p>
          <a:p>
            <a:pPr>
              <a:buFontTx/>
              <a:buChar char="-"/>
            </a:pPr>
            <a:r>
              <a:rPr lang="cs-CZ" dirty="0"/>
              <a:t>Formulář pro zadání potřebných údajů</a:t>
            </a:r>
          </a:p>
          <a:p>
            <a:pPr>
              <a:buFontTx/>
              <a:buChar char="-"/>
            </a:pPr>
            <a:r>
              <a:rPr lang="cs-CZ" dirty="0"/>
              <a:t>Vyjádření souhlasu s pravidly</a:t>
            </a:r>
          </a:p>
          <a:p>
            <a:pPr>
              <a:buFontTx/>
              <a:buChar char="-"/>
            </a:pPr>
            <a:r>
              <a:rPr lang="cs-CZ" dirty="0"/>
              <a:t>Potvrzení registrace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96D9562-6AD0-6CE1-9ECC-10B37DC40F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Scénář </a:t>
            </a:r>
          </a:p>
          <a:p>
            <a:pPr marL="0" indent="0">
              <a:buNone/>
            </a:pPr>
            <a:r>
              <a:rPr lang="cs-CZ" dirty="0"/>
              <a:t>Systém zobrazí:</a:t>
            </a:r>
          </a:p>
          <a:p>
            <a:pPr>
              <a:buFontTx/>
              <a:buChar char="-"/>
            </a:pPr>
            <a:r>
              <a:rPr lang="cs-CZ" dirty="0"/>
              <a:t>Přesměrování na registraci na přihlašovací stránce</a:t>
            </a:r>
          </a:p>
          <a:p>
            <a:pPr>
              <a:buFontTx/>
              <a:buChar char="-"/>
            </a:pPr>
            <a:r>
              <a:rPr lang="cs-CZ" dirty="0"/>
              <a:t>Textové pole pro vyplnění údajů</a:t>
            </a:r>
          </a:p>
          <a:p>
            <a:pPr>
              <a:buFontTx/>
              <a:buChar char="-"/>
            </a:pPr>
            <a:r>
              <a:rPr lang="cs-CZ" dirty="0"/>
              <a:t>Checkbox pro souhlas se zpracováním osobních údajů</a:t>
            </a:r>
          </a:p>
          <a:p>
            <a:pPr>
              <a:buFontTx/>
              <a:buChar char="-"/>
            </a:pPr>
            <a:r>
              <a:rPr lang="cs-CZ" dirty="0"/>
              <a:t>Tlačítko „registrovat“</a:t>
            </a:r>
          </a:p>
        </p:txBody>
      </p:sp>
    </p:spTree>
    <p:extLst>
      <p:ext uri="{BB962C8B-B14F-4D97-AF65-F5344CB8AC3E}">
        <p14:creationId xmlns:p14="http://schemas.microsoft.com/office/powerpoint/2010/main" val="973320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721B04-2C55-98DF-19BF-12FEA6A0E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Přihlášení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BA2BC82-8D61-CA2C-4816-CCF8D5C01C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/>
              <a:t>UseCase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Uživatel očekává:</a:t>
            </a:r>
          </a:p>
          <a:p>
            <a:pPr>
              <a:buFontTx/>
              <a:buChar char="-"/>
            </a:pPr>
            <a:r>
              <a:rPr lang="cs-CZ" dirty="0"/>
              <a:t>Přístup do systému pod svým jménem</a:t>
            </a:r>
          </a:p>
          <a:p>
            <a:pPr>
              <a:buFontTx/>
              <a:buChar char="-"/>
            </a:pPr>
            <a:r>
              <a:rPr lang="cs-CZ" dirty="0"/>
              <a:t>Funkci pro zapamatování přihlášení</a:t>
            </a:r>
          </a:p>
          <a:p>
            <a:pPr>
              <a:buFontTx/>
              <a:buChar char="-"/>
            </a:pPr>
            <a:r>
              <a:rPr lang="cs-CZ" dirty="0"/>
              <a:t>Přístup k registraci, pokud účet nemá</a:t>
            </a:r>
          </a:p>
          <a:p>
            <a:pPr>
              <a:buFontTx/>
              <a:buChar char="-"/>
            </a:pPr>
            <a:r>
              <a:rPr lang="cs-CZ" dirty="0"/>
              <a:t>Úspěšné přihlášení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1353C68-C0C7-21BC-1CE1-37E92102E0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Scénář</a:t>
            </a:r>
          </a:p>
          <a:p>
            <a:pPr marL="0" indent="0">
              <a:buNone/>
            </a:pPr>
            <a:r>
              <a:rPr lang="cs-CZ" dirty="0"/>
              <a:t>Systém zobrazí:</a:t>
            </a:r>
          </a:p>
          <a:p>
            <a:pPr>
              <a:buFontTx/>
              <a:buChar char="-"/>
            </a:pPr>
            <a:r>
              <a:rPr lang="cs-CZ" dirty="0"/>
              <a:t>Přihlašovací formulář</a:t>
            </a:r>
          </a:p>
          <a:p>
            <a:pPr>
              <a:buFontTx/>
              <a:buChar char="-"/>
            </a:pPr>
            <a:r>
              <a:rPr lang="cs-CZ" dirty="0"/>
              <a:t>Checkbox „Pamatovat si mě“</a:t>
            </a:r>
          </a:p>
          <a:p>
            <a:pPr>
              <a:buFontTx/>
              <a:buChar char="-"/>
            </a:pPr>
            <a:r>
              <a:rPr lang="cs-CZ" dirty="0"/>
              <a:t>Odkaz na registraci</a:t>
            </a:r>
          </a:p>
          <a:p>
            <a:pPr>
              <a:buFontTx/>
              <a:buChar char="-"/>
            </a:pPr>
            <a:r>
              <a:rPr lang="cs-CZ" dirty="0"/>
              <a:t>Tlačítko „Přihlásit“</a:t>
            </a:r>
          </a:p>
        </p:txBody>
      </p:sp>
    </p:spTree>
    <p:extLst>
      <p:ext uri="{BB962C8B-B14F-4D97-AF65-F5344CB8AC3E}">
        <p14:creationId xmlns:p14="http://schemas.microsoft.com/office/powerpoint/2010/main" val="2541407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A51F4E-A465-62F8-FB5A-5A296E36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Zveřejnění inzerátu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9A65F3-E7B1-9BC7-E33B-3653EDA3F5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 err="1"/>
              <a:t>UseCase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Uživatel očekává:</a:t>
            </a:r>
          </a:p>
          <a:p>
            <a:pPr>
              <a:buFontTx/>
              <a:buChar char="-"/>
            </a:pPr>
            <a:r>
              <a:rPr lang="cs-CZ" dirty="0"/>
              <a:t>Tlačítko pro přidání inzerátu</a:t>
            </a:r>
          </a:p>
          <a:p>
            <a:pPr>
              <a:buFontTx/>
              <a:buChar char="-"/>
            </a:pPr>
            <a:r>
              <a:rPr lang="cs-CZ" dirty="0"/>
              <a:t>Formulář pro zadání informací</a:t>
            </a:r>
          </a:p>
          <a:p>
            <a:pPr>
              <a:buFontTx/>
              <a:buChar char="-"/>
            </a:pPr>
            <a:r>
              <a:rPr lang="cs-CZ" dirty="0"/>
              <a:t>Validaci vyplněných dat</a:t>
            </a:r>
          </a:p>
          <a:p>
            <a:pPr>
              <a:buFontTx/>
              <a:buChar char="-"/>
            </a:pPr>
            <a:r>
              <a:rPr lang="cs-CZ" dirty="0"/>
              <a:t>Potvrzení o vytvoření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0213B18-C744-3580-8284-C3595C9B43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cs-CZ" dirty="0"/>
              <a:t>Scénář </a:t>
            </a:r>
          </a:p>
          <a:p>
            <a:pPr marL="0" indent="0">
              <a:buNone/>
            </a:pPr>
            <a:r>
              <a:rPr lang="cs-CZ" dirty="0"/>
              <a:t>Systém zobrazí:</a:t>
            </a:r>
          </a:p>
          <a:p>
            <a:pPr>
              <a:buFontTx/>
              <a:buChar char="-"/>
            </a:pPr>
            <a:r>
              <a:rPr lang="cs-CZ" dirty="0"/>
              <a:t>Tlačítko „Přidat inzerát“ po přihlášení</a:t>
            </a:r>
          </a:p>
          <a:p>
            <a:pPr>
              <a:buFontTx/>
              <a:buChar char="-"/>
            </a:pPr>
            <a:r>
              <a:rPr lang="cs-CZ" dirty="0"/>
              <a:t>Formulář pro zadání informací (název, popis, …)</a:t>
            </a:r>
          </a:p>
          <a:p>
            <a:pPr>
              <a:buFontTx/>
              <a:buChar char="-"/>
            </a:pPr>
            <a:r>
              <a:rPr lang="cs-CZ" dirty="0"/>
              <a:t>Kontrola, zda jsou vyplněna povinná pole</a:t>
            </a:r>
          </a:p>
          <a:p>
            <a:pPr>
              <a:buFontTx/>
              <a:buChar char="-"/>
            </a:pPr>
            <a:r>
              <a:rPr lang="cs-CZ" dirty="0"/>
              <a:t>Tlačítko pro zveřejnění inzerátu</a:t>
            </a:r>
          </a:p>
          <a:p>
            <a:pPr>
              <a:buFontTx/>
              <a:buChar char="-"/>
            </a:pPr>
            <a:r>
              <a:rPr lang="cs-CZ" dirty="0"/>
              <a:t>Informaci o úspěšném vytvoření</a:t>
            </a:r>
          </a:p>
          <a:p>
            <a:pPr>
              <a:buFontTx/>
              <a:buChar char="-"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7971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8AFB5F-E234-BE9B-BAD4-6000B6A6D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Správa profilu / uživatelské prostředí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A6994A5-5C8C-F27F-4658-C1BACBE5C7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/>
              <a:t>UseCase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Uživatel očekává:</a:t>
            </a:r>
          </a:p>
          <a:p>
            <a:pPr>
              <a:buFontTx/>
              <a:buChar char="-"/>
            </a:pPr>
            <a:r>
              <a:rPr lang="cs-CZ" dirty="0"/>
              <a:t>Přístup ke svým datům</a:t>
            </a:r>
          </a:p>
          <a:p>
            <a:pPr>
              <a:buFontTx/>
              <a:buChar char="-"/>
            </a:pPr>
            <a:r>
              <a:rPr lang="cs-CZ" dirty="0"/>
              <a:t>Možnost změnit vzhled aplikace</a:t>
            </a:r>
          </a:p>
          <a:p>
            <a:pPr>
              <a:buFontTx/>
              <a:buChar char="-"/>
            </a:pPr>
            <a:r>
              <a:rPr lang="cs-CZ" dirty="0"/>
              <a:t>Rychlá orientace v systému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34E7178-EEC7-1D4C-D45B-35B2C6F2A4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Scénář</a:t>
            </a:r>
          </a:p>
          <a:p>
            <a:pPr marL="0" indent="0">
              <a:buNone/>
            </a:pPr>
            <a:r>
              <a:rPr lang="cs-CZ" dirty="0"/>
              <a:t>Systém zobrazí:</a:t>
            </a:r>
          </a:p>
          <a:p>
            <a:pPr>
              <a:buFontTx/>
              <a:buChar char="-"/>
            </a:pPr>
            <a:r>
              <a:rPr lang="cs-CZ" dirty="0"/>
              <a:t>Tlačítko „Můj profil“ po přihlášení</a:t>
            </a:r>
          </a:p>
          <a:p>
            <a:pPr>
              <a:buFontTx/>
              <a:buChar char="-"/>
            </a:pPr>
            <a:r>
              <a:rPr lang="cs-CZ" dirty="0"/>
              <a:t>Ikona pro přepnutí na tmavý režim</a:t>
            </a:r>
          </a:p>
          <a:p>
            <a:pPr>
              <a:buFontTx/>
              <a:buChar char="-"/>
            </a:pPr>
            <a:r>
              <a:rPr lang="cs-CZ" dirty="0"/>
              <a:t>Zřetelné rozlišení mezi stavy „přihlášen“ a „odhlášen“</a:t>
            </a:r>
          </a:p>
        </p:txBody>
      </p:sp>
    </p:spTree>
    <p:extLst>
      <p:ext uri="{BB962C8B-B14F-4D97-AF65-F5344CB8AC3E}">
        <p14:creationId xmlns:p14="http://schemas.microsoft.com/office/powerpoint/2010/main" val="125128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C1F0B5-0734-2D89-4869-CA099FA2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Komunikace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FA4C21-B1FD-7C22-1F04-40A84C69F8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err="1"/>
              <a:t>UseCase</a:t>
            </a:r>
            <a:endParaRPr lang="cs-CZ" dirty="0"/>
          </a:p>
          <a:p>
            <a:pPr marL="0" indent="0">
              <a:buNone/>
            </a:pPr>
            <a:r>
              <a:rPr lang="cs-CZ" dirty="0"/>
              <a:t>Uživatel očekává:</a:t>
            </a:r>
          </a:p>
          <a:p>
            <a:pPr>
              <a:buFontTx/>
              <a:buChar char="-"/>
            </a:pPr>
            <a:r>
              <a:rPr lang="cs-CZ" dirty="0"/>
              <a:t>Prostor pro vyjádření názoru / položení dotazu</a:t>
            </a:r>
          </a:p>
          <a:p>
            <a:pPr>
              <a:buFontTx/>
              <a:buChar char="-"/>
            </a:pPr>
            <a:r>
              <a:rPr lang="cs-CZ" dirty="0"/>
              <a:t>Pole pro napsání zprávy</a:t>
            </a:r>
          </a:p>
          <a:p>
            <a:pPr>
              <a:buFontTx/>
              <a:buChar char="-"/>
            </a:pPr>
            <a:r>
              <a:rPr lang="cs-CZ" dirty="0"/>
              <a:t>Možnost odeslat zprávu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CADF687-77FA-E17D-B920-1D34FF5DF4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Scénář</a:t>
            </a:r>
          </a:p>
          <a:p>
            <a:pPr marL="0" indent="0">
              <a:buNone/>
            </a:pPr>
            <a:r>
              <a:rPr lang="cs-CZ" dirty="0"/>
              <a:t>Systém zobrazí:</a:t>
            </a:r>
          </a:p>
          <a:p>
            <a:pPr>
              <a:buFontTx/>
              <a:buChar char="-"/>
            </a:pPr>
            <a:r>
              <a:rPr lang="cs-CZ" dirty="0"/>
              <a:t>Sekce „Komentáře“ v detailu inzerátu</a:t>
            </a:r>
          </a:p>
          <a:p>
            <a:pPr>
              <a:buFontTx/>
              <a:buChar char="-"/>
            </a:pPr>
            <a:r>
              <a:rPr lang="cs-CZ" dirty="0"/>
              <a:t>Textové pole „Napsat komentář“</a:t>
            </a:r>
          </a:p>
          <a:p>
            <a:pPr>
              <a:buFontTx/>
              <a:buChar char="-"/>
            </a:pPr>
            <a:r>
              <a:rPr lang="cs-CZ" dirty="0"/>
              <a:t>Tlačítko „Přidat“ pro zveřejnění komentáře</a:t>
            </a:r>
          </a:p>
        </p:txBody>
      </p:sp>
    </p:spTree>
    <p:extLst>
      <p:ext uri="{BB962C8B-B14F-4D97-AF65-F5344CB8AC3E}">
        <p14:creationId xmlns:p14="http://schemas.microsoft.com/office/powerpoint/2010/main" val="4212903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51A2E4-3C0B-B4D8-6E12-05CADEBB4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Digitální nástěnka – </a:t>
            </a:r>
            <a:r>
              <a:rPr lang="cs-CZ" dirty="0" err="1"/>
              <a:t>task</a:t>
            </a:r>
            <a:r>
              <a:rPr lang="cs-CZ" dirty="0"/>
              <a:t> list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540ACC-2895-45F8-0363-A03B087BA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Prohlížení a vyhledávání</a:t>
            </a:r>
          </a:p>
          <a:p>
            <a:pPr lvl="1"/>
            <a:r>
              <a:rPr lang="cs-CZ" dirty="0"/>
              <a:t>Zobrazit úvodní stránku se seznamem inzerátů</a:t>
            </a:r>
          </a:p>
          <a:p>
            <a:pPr lvl="1"/>
            <a:r>
              <a:rPr lang="cs-CZ" dirty="0"/>
              <a:t>Zadat klíčové slovo do vyhledávacího pole</a:t>
            </a:r>
          </a:p>
          <a:p>
            <a:pPr lvl="1"/>
            <a:r>
              <a:rPr lang="cs-CZ" dirty="0"/>
              <a:t>Vybrat kategorii v panelu filtrů</a:t>
            </a:r>
          </a:p>
          <a:p>
            <a:pPr lvl="1"/>
            <a:r>
              <a:rPr lang="cs-CZ" dirty="0"/>
              <a:t>Zobrazit výsledný seznam inzerátů dle zvolených filtrů</a:t>
            </a:r>
          </a:p>
          <a:p>
            <a:r>
              <a:rPr lang="cs-CZ" dirty="0"/>
              <a:t>Práce s inzerátem</a:t>
            </a:r>
          </a:p>
          <a:p>
            <a:pPr lvl="1"/>
            <a:r>
              <a:rPr lang="cs-CZ" dirty="0"/>
              <a:t>Kliknout na vybraný inzerát</a:t>
            </a:r>
          </a:p>
          <a:p>
            <a:pPr lvl="1"/>
            <a:r>
              <a:rPr lang="cs-CZ" dirty="0"/>
              <a:t>Zobrazit detailní informace o inzerátu</a:t>
            </a:r>
          </a:p>
          <a:p>
            <a:pPr lvl="1"/>
            <a:r>
              <a:rPr lang="cs-CZ" dirty="0"/>
              <a:t>Napsat komentář</a:t>
            </a:r>
          </a:p>
          <a:p>
            <a:pPr lvl="1"/>
            <a:r>
              <a:rPr lang="cs-CZ" dirty="0"/>
              <a:t>Odeslat komentář</a:t>
            </a:r>
          </a:p>
        </p:txBody>
      </p:sp>
    </p:spTree>
    <p:extLst>
      <p:ext uri="{BB962C8B-B14F-4D97-AF65-F5344CB8AC3E}">
        <p14:creationId xmlns:p14="http://schemas.microsoft.com/office/powerpoint/2010/main" val="3688280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00E89B7-512C-80D0-E249-63BC344A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DBD807-E03A-1AF2-4CF5-4A06EC5B3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9136"/>
          </a:xfrm>
        </p:spPr>
        <p:txBody>
          <a:bodyPr>
            <a:normAutofit/>
          </a:bodyPr>
          <a:lstStyle/>
          <a:p>
            <a:r>
              <a:rPr lang="cs-CZ" dirty="0"/>
              <a:t>Registrace a přihlášení</a:t>
            </a:r>
          </a:p>
          <a:p>
            <a:pPr lvl="1"/>
            <a:r>
              <a:rPr lang="cs-CZ" dirty="0"/>
              <a:t>Kliknout na tlačítko pro přihlášení</a:t>
            </a:r>
          </a:p>
          <a:p>
            <a:pPr lvl="1"/>
            <a:r>
              <a:rPr lang="cs-CZ" dirty="0"/>
              <a:t>Vyplnit příslušný formulář</a:t>
            </a:r>
          </a:p>
          <a:p>
            <a:pPr lvl="1"/>
            <a:r>
              <a:rPr lang="cs-CZ" dirty="0"/>
              <a:t>Potvrdit souhlas se zpracováním osobních údajů (v případě registrace)</a:t>
            </a:r>
          </a:p>
          <a:p>
            <a:pPr lvl="1"/>
            <a:r>
              <a:rPr lang="cs-CZ" dirty="0"/>
              <a:t>Dokončit proces přihlášení/registrace</a:t>
            </a:r>
          </a:p>
          <a:p>
            <a:r>
              <a:rPr lang="cs-CZ" dirty="0"/>
              <a:t>Vytvoření inzerátu</a:t>
            </a:r>
          </a:p>
          <a:p>
            <a:pPr lvl="1"/>
            <a:r>
              <a:rPr lang="cs-CZ" dirty="0"/>
              <a:t>Kliknout na tlačítko „Přidat inzerát“</a:t>
            </a:r>
          </a:p>
          <a:p>
            <a:pPr lvl="1"/>
            <a:r>
              <a:rPr lang="cs-CZ" dirty="0"/>
              <a:t>Vyplnit název inzerátu</a:t>
            </a:r>
          </a:p>
          <a:p>
            <a:pPr lvl="1"/>
            <a:r>
              <a:rPr lang="cs-CZ" dirty="0"/>
              <a:t>Vybrat příslušnou kategorii z nabídky</a:t>
            </a:r>
          </a:p>
          <a:p>
            <a:pPr lvl="1"/>
            <a:r>
              <a:rPr lang="cs-CZ" dirty="0"/>
              <a:t>Vyplnit popis inzerátu</a:t>
            </a:r>
          </a:p>
          <a:p>
            <a:pPr lvl="1"/>
            <a:r>
              <a:rPr lang="cs-CZ" dirty="0"/>
              <a:t>Nahrát volitelný obrázek</a:t>
            </a:r>
          </a:p>
          <a:p>
            <a:pPr lvl="1"/>
            <a:r>
              <a:rPr lang="cs-CZ" dirty="0"/>
              <a:t>Zveřejnit hotový inzerát</a:t>
            </a:r>
          </a:p>
        </p:txBody>
      </p:sp>
    </p:spTree>
    <p:extLst>
      <p:ext uri="{BB962C8B-B14F-4D97-AF65-F5344CB8AC3E}">
        <p14:creationId xmlns:p14="http://schemas.microsoft.com/office/powerpoint/2010/main" val="580204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A87AB5-5385-200E-5496-7DBA1E5EF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Skupiny úkolů (</a:t>
            </a:r>
            <a:r>
              <a:rPr lang="cs-CZ" dirty="0" err="1"/>
              <a:t>Task</a:t>
            </a:r>
            <a:r>
              <a:rPr lang="cs-CZ" dirty="0"/>
              <a:t> </a:t>
            </a:r>
            <a:r>
              <a:rPr lang="cs-CZ" dirty="0" err="1"/>
              <a:t>groups</a:t>
            </a:r>
            <a:r>
              <a:rPr lang="cs-CZ" dirty="0"/>
              <a:t>)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C4E470-DEBB-5D0A-70A8-A75C994258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Zobrazení (vizuální reprezentace)</a:t>
            </a:r>
          </a:p>
          <a:p>
            <a:pPr lvl="1"/>
            <a:r>
              <a:rPr lang="cs-CZ" dirty="0"/>
              <a:t>Domovská stránka (vstupní stránka)</a:t>
            </a:r>
          </a:p>
          <a:p>
            <a:pPr lvl="1"/>
            <a:r>
              <a:rPr lang="cs-CZ" dirty="0"/>
              <a:t>Zobrazení seznamu inzerátů podle kategorií</a:t>
            </a:r>
          </a:p>
          <a:p>
            <a:pPr lvl="1"/>
            <a:r>
              <a:rPr lang="cs-CZ" dirty="0"/>
              <a:t>Zobrazení detailu inzerátu</a:t>
            </a:r>
          </a:p>
          <a:p>
            <a:pPr lvl="2"/>
            <a:r>
              <a:rPr lang="cs-CZ" dirty="0"/>
              <a:t>Prohlížení popisu a informací o inzerátu</a:t>
            </a:r>
          </a:p>
          <a:p>
            <a:pPr lvl="2"/>
            <a:r>
              <a:rPr lang="cs-CZ" dirty="0"/>
              <a:t>Zobrazení komentářů u inzerátu</a:t>
            </a:r>
          </a:p>
          <a:p>
            <a:pPr lvl="1"/>
            <a:r>
              <a:rPr lang="cs-CZ" dirty="0"/>
              <a:t>Zobrazení informací o uživatelském profilu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6D18568-A50F-CE90-F72A-8A9C75618C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Uživatelské akce</a:t>
            </a:r>
          </a:p>
          <a:p>
            <a:pPr lvl="1"/>
            <a:r>
              <a:rPr lang="cs-CZ" dirty="0"/>
              <a:t>Výběr kategorie inzerátu</a:t>
            </a:r>
          </a:p>
          <a:p>
            <a:pPr lvl="1"/>
            <a:r>
              <a:rPr lang="cs-CZ" dirty="0"/>
              <a:t>Filtrování a řazení inzerátu</a:t>
            </a:r>
          </a:p>
          <a:p>
            <a:pPr lvl="1"/>
            <a:r>
              <a:rPr lang="cs-CZ" dirty="0"/>
              <a:t>Výběr konkrétního inzerátu</a:t>
            </a:r>
          </a:p>
          <a:p>
            <a:pPr lvl="1"/>
            <a:r>
              <a:rPr lang="cs-CZ" dirty="0"/>
              <a:t>Registrace nového uživatele</a:t>
            </a:r>
          </a:p>
          <a:p>
            <a:pPr lvl="1"/>
            <a:r>
              <a:rPr lang="cs-CZ" dirty="0"/>
              <a:t>Přihlášení ke stávajícímu účtu</a:t>
            </a:r>
          </a:p>
          <a:p>
            <a:pPr lvl="1"/>
            <a:r>
              <a:rPr lang="cs-CZ" dirty="0"/>
              <a:t>Vytvoření (přidání) nového inzerátu</a:t>
            </a:r>
          </a:p>
          <a:p>
            <a:pPr lvl="1"/>
            <a:r>
              <a:rPr lang="cs-CZ" dirty="0"/>
              <a:t>Přidání komentáře k inzerátu</a:t>
            </a:r>
          </a:p>
          <a:p>
            <a:pPr lvl="1"/>
            <a:r>
              <a:rPr lang="cs-CZ" dirty="0"/>
              <a:t>Návrat z detailu inzerátu zpět na seznam</a:t>
            </a:r>
          </a:p>
        </p:txBody>
      </p:sp>
    </p:spTree>
    <p:extLst>
      <p:ext uri="{BB962C8B-B14F-4D97-AF65-F5344CB8AC3E}">
        <p14:creationId xmlns:p14="http://schemas.microsoft.com/office/powerpoint/2010/main" val="821880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98360C-2D45-D0FE-36D5-E367B845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Wireframy</a:t>
            </a:r>
            <a:r>
              <a:rPr lang="cs-CZ" dirty="0"/>
              <a:t> 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054215-F3D4-7458-D72A-94CD32193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Seznam </a:t>
            </a:r>
            <a:r>
              <a:rPr lang="cs-CZ" dirty="0" err="1"/>
              <a:t>wireframu</a:t>
            </a:r>
            <a:r>
              <a:rPr lang="cs-CZ" dirty="0"/>
              <a:t>:</a:t>
            </a:r>
          </a:p>
          <a:p>
            <a:r>
              <a:rPr lang="cs-CZ" dirty="0"/>
              <a:t>Domovská stránka – odhlášeno</a:t>
            </a:r>
          </a:p>
          <a:p>
            <a:r>
              <a:rPr lang="cs-CZ" dirty="0"/>
              <a:t>Domovská stránka – přihlášeno</a:t>
            </a:r>
          </a:p>
          <a:p>
            <a:r>
              <a:rPr lang="cs-CZ" dirty="0"/>
              <a:t>Domovská stránka – přihlášeno (Můj profil)</a:t>
            </a:r>
          </a:p>
          <a:p>
            <a:r>
              <a:rPr lang="cs-CZ" dirty="0"/>
              <a:t>Přihlašovací formulář</a:t>
            </a:r>
          </a:p>
          <a:p>
            <a:r>
              <a:rPr lang="cs-CZ" dirty="0"/>
              <a:t>Registrační formulář</a:t>
            </a:r>
          </a:p>
          <a:p>
            <a:r>
              <a:rPr lang="cs-CZ" dirty="0"/>
              <a:t>Inzerát – detail</a:t>
            </a:r>
          </a:p>
          <a:p>
            <a:r>
              <a:rPr lang="cs-CZ" dirty="0"/>
              <a:t>Přidat inzerát </a:t>
            </a:r>
          </a:p>
        </p:txBody>
      </p:sp>
    </p:spTree>
    <p:extLst>
      <p:ext uri="{BB962C8B-B14F-4D97-AF65-F5344CB8AC3E}">
        <p14:creationId xmlns:p14="http://schemas.microsoft.com/office/powerpoint/2010/main" val="95052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96B35C-A076-D193-BA8F-3882A45E5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Domovská stránka – odhlášeno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1B29E7C1-EB07-74E5-7BB0-6F6B12A7A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131" y="1754231"/>
            <a:ext cx="6797738" cy="473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44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800B2-4724-5B72-4990-8FF8BBC9E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333577-5D67-4D63-1632-EC455A3D3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Domovská stránka – přihlášeno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FC79834-52D4-E3E5-487B-4F3F1F73B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657" y="1843345"/>
            <a:ext cx="6778686" cy="479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868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1AE260-0E95-C7F7-E519-94F1497D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Domovská stránka – přihlášeno (Můj profil)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3E2CC8F5-1BED-1C52-A9A0-E022E1AD7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077" y="1494882"/>
            <a:ext cx="6797845" cy="499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394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4BE26-0FEB-9092-C248-E1CA1E2B0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08FEF6-9E49-44B1-FC27-420513B8F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Přihlášení a registrace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6F11C0E-63A5-78F0-7498-6343794DC3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34" y="1887975"/>
            <a:ext cx="7277731" cy="432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9477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69812-B7D7-70A7-2C9B-92BD89AD6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00AB43-3ADD-6E21-0954-E5D978B4C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Detail inzerátu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3944D37-D8C6-0A7A-5E4F-BF0933A7A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41" y="1856120"/>
            <a:ext cx="7211517" cy="463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1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3C22-A983-FE08-46C0-F75005801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9C46F1-AEBA-48D6-A48D-BEF37B2B5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Přidat inzerát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D8CE0485-A07D-0321-6277-AA6FCFF6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385" y="1252860"/>
            <a:ext cx="4057230" cy="524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5585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2643</TotalTime>
  <Words>1229</Words>
  <Application>Microsoft Office PowerPoint</Application>
  <PresentationFormat>Širokoúhlá obrazovka</PresentationFormat>
  <Paragraphs>209</Paragraphs>
  <Slides>29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Motiv Office</vt:lpstr>
      <vt:lpstr>UI specifikace</vt:lpstr>
      <vt:lpstr>Motivace </vt:lpstr>
      <vt:lpstr>Product statement </vt:lpstr>
      <vt:lpstr>Business požadavky</vt:lpstr>
      <vt:lpstr>Limitace </vt:lpstr>
      <vt:lpstr>Persony </vt:lpstr>
      <vt:lpstr>Persona A</vt:lpstr>
      <vt:lpstr>Persona B</vt:lpstr>
      <vt:lpstr>Persona C</vt:lpstr>
      <vt:lpstr>Uživatelské cíle</vt:lpstr>
      <vt:lpstr>Prezentace aplikace PowerPoint</vt:lpstr>
      <vt:lpstr>Use casy a scénáře</vt:lpstr>
      <vt:lpstr>Vyhledání inzerátu</vt:lpstr>
      <vt:lpstr>Filtrování inzerátu</vt:lpstr>
      <vt:lpstr>Registrace </vt:lpstr>
      <vt:lpstr>Přihlášení </vt:lpstr>
      <vt:lpstr>Zveřejnění inzerátu </vt:lpstr>
      <vt:lpstr>Správa profilu / uživatelské prostředí </vt:lpstr>
      <vt:lpstr>Komunikace </vt:lpstr>
      <vt:lpstr>Digitální nástěnka – task list</vt:lpstr>
      <vt:lpstr>Prezentace aplikace PowerPoint</vt:lpstr>
      <vt:lpstr>Skupiny úkolů (Task groups)</vt:lpstr>
      <vt:lpstr>Wireframy </vt:lpstr>
      <vt:lpstr>Domovská stránka – odhlášeno</vt:lpstr>
      <vt:lpstr>Domovská stránka – přihlášeno</vt:lpstr>
      <vt:lpstr>Domovská stránka – přihlášeno (Můj profil)</vt:lpstr>
      <vt:lpstr>Přihlášení a registrace</vt:lpstr>
      <vt:lpstr>Detail inzerátu</vt:lpstr>
      <vt:lpstr>Přidat inzerát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Patrik Patrik</dc:creator>
  <cp:lastModifiedBy>Patrik Patrik</cp:lastModifiedBy>
  <cp:revision>1</cp:revision>
  <dcterms:created xsi:type="dcterms:W3CDTF">2026-07-13T20:19:00Z</dcterms:created>
  <dcterms:modified xsi:type="dcterms:W3CDTF">2026-08-01T14:43:44Z</dcterms:modified>
</cp:coreProperties>
</file>